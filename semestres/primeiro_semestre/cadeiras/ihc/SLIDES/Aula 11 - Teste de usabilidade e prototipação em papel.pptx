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7" r:id="rId1"/>
  </p:sldMasterIdLst>
  <p:notesMasterIdLst>
    <p:notesMasterId r:id="rId37"/>
  </p:notesMasterIdLst>
  <p:sldIdLst>
    <p:sldId id="256" r:id="rId2"/>
    <p:sldId id="260" r:id="rId3"/>
    <p:sldId id="263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62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58" r:id="rId36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66"/>
    <a:srgbClr val="DDEAF7"/>
    <a:srgbClr val="F2F7FC"/>
    <a:srgbClr val="AA71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99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rid Monteiro" userId="4f1f53ea42604cf1" providerId="LiveId" clId="{AA80ABB4-7C16-470D-8114-4E5743022147}"/>
    <pc:docChg chg="modSld">
      <pc:chgData name="Ingrid Monteiro" userId="4f1f53ea42604cf1" providerId="LiveId" clId="{AA80ABB4-7C16-470D-8114-4E5743022147}" dt="2019-04-03T23:21:47.543" v="3" actId="20577"/>
      <pc:docMkLst>
        <pc:docMk/>
      </pc:docMkLst>
      <pc:sldChg chg="modSp">
        <pc:chgData name="Ingrid Monteiro" userId="4f1f53ea42604cf1" providerId="LiveId" clId="{AA80ABB4-7C16-470D-8114-4E5743022147}" dt="2019-04-03T23:21:47.543" v="3" actId="20577"/>
        <pc:sldMkLst>
          <pc:docMk/>
          <pc:sldMk cId="3716830568" sldId="256"/>
        </pc:sldMkLst>
        <pc:spChg chg="mod">
          <ac:chgData name="Ingrid Monteiro" userId="4f1f53ea42604cf1" providerId="LiveId" clId="{AA80ABB4-7C16-470D-8114-4E5743022147}" dt="2019-04-03T23:21:35.689" v="0" actId="6549"/>
          <ac:spMkLst>
            <pc:docMk/>
            <pc:sldMk cId="3716830568" sldId="256"/>
            <ac:spMk id="2" creationId="{00000000-0000-0000-0000-000000000000}"/>
          </ac:spMkLst>
        </pc:spChg>
        <pc:spChg chg="mod">
          <ac:chgData name="Ingrid Monteiro" userId="4f1f53ea42604cf1" providerId="LiveId" clId="{AA80ABB4-7C16-470D-8114-4E5743022147}" dt="2019-04-03T23:21:47.543" v="3" actId="20577"/>
          <ac:spMkLst>
            <pc:docMk/>
            <pc:sldMk cId="3716830568" sldId="256"/>
            <ac:spMk id="3" creationId="{00000000-0000-0000-0000-000000000000}"/>
          </ac:spMkLst>
        </pc:spChg>
      </pc:sldChg>
    </pc:docChg>
  </pc:docChgLst>
  <pc:docChgLst>
    <pc:chgData name="Ingrid Monteiro" userId="4f1f53ea42604cf1" providerId="LiveId" clId="{3CD1FF9A-742A-49FD-B97D-1CEB638428F7}"/>
    <pc:docChg chg="custSel modSld modMainMaster">
      <pc:chgData name="Ingrid Monteiro" userId="4f1f53ea42604cf1" providerId="LiveId" clId="{3CD1FF9A-742A-49FD-B97D-1CEB638428F7}" dt="2019-09-25T01:54:27.583" v="19" actId="20577"/>
      <pc:docMkLst>
        <pc:docMk/>
      </pc:docMkLst>
      <pc:sldChg chg="modSp">
        <pc:chgData name="Ingrid Monteiro" userId="4f1f53ea42604cf1" providerId="LiveId" clId="{3CD1FF9A-742A-49FD-B97D-1CEB638428F7}" dt="2019-09-25T01:54:27.583" v="19" actId="20577"/>
        <pc:sldMkLst>
          <pc:docMk/>
          <pc:sldMk cId="3716830568" sldId="256"/>
        </pc:sldMkLst>
        <pc:spChg chg="mod">
          <ac:chgData name="Ingrid Monteiro" userId="4f1f53ea42604cf1" providerId="LiveId" clId="{3CD1FF9A-742A-49FD-B97D-1CEB638428F7}" dt="2019-09-25T01:54:27.583" v="19" actId="20577"/>
          <ac:spMkLst>
            <pc:docMk/>
            <pc:sldMk cId="3716830568" sldId="256"/>
            <ac:spMk id="3" creationId="{00000000-0000-0000-0000-000000000000}"/>
          </ac:spMkLst>
        </pc:spChg>
      </pc:sldChg>
      <pc:sldChg chg="modSp">
        <pc:chgData name="Ingrid Monteiro" userId="4f1f53ea42604cf1" providerId="LiveId" clId="{3CD1FF9A-742A-49FD-B97D-1CEB638428F7}" dt="2019-09-17T17:11:40.150" v="1" actId="27636"/>
        <pc:sldMkLst>
          <pc:docMk/>
          <pc:sldMk cId="2146958778" sldId="264"/>
        </pc:sldMkLst>
        <pc:spChg chg="mod">
          <ac:chgData name="Ingrid Monteiro" userId="4f1f53ea42604cf1" providerId="LiveId" clId="{3CD1FF9A-742A-49FD-B97D-1CEB638428F7}" dt="2019-09-17T17:11:40.150" v="1" actId="27636"/>
          <ac:spMkLst>
            <pc:docMk/>
            <pc:sldMk cId="2146958778" sldId="264"/>
            <ac:spMk id="3" creationId="{00000000-0000-0000-0000-000000000000}"/>
          </ac:spMkLst>
        </pc:spChg>
      </pc:sldChg>
      <pc:sldChg chg="modSp">
        <pc:chgData name="Ingrid Monteiro" userId="4f1f53ea42604cf1" providerId="LiveId" clId="{3CD1FF9A-742A-49FD-B97D-1CEB638428F7}" dt="2019-09-17T17:11:40.398" v="2" actId="27636"/>
        <pc:sldMkLst>
          <pc:docMk/>
          <pc:sldMk cId="3202261010" sldId="265"/>
        </pc:sldMkLst>
        <pc:spChg chg="mod">
          <ac:chgData name="Ingrid Monteiro" userId="4f1f53ea42604cf1" providerId="LiveId" clId="{3CD1FF9A-742A-49FD-B97D-1CEB638428F7}" dt="2019-09-17T17:11:40.398" v="2" actId="27636"/>
          <ac:spMkLst>
            <pc:docMk/>
            <pc:sldMk cId="3202261010" sldId="265"/>
            <ac:spMk id="3" creationId="{00000000-0000-0000-0000-000000000000}"/>
          </ac:spMkLst>
        </pc:spChg>
      </pc:sldChg>
      <pc:sldChg chg="modSp">
        <pc:chgData name="Ingrid Monteiro" userId="4f1f53ea42604cf1" providerId="LiveId" clId="{3CD1FF9A-742A-49FD-B97D-1CEB638428F7}" dt="2019-09-17T17:11:40.482" v="3" actId="27636"/>
        <pc:sldMkLst>
          <pc:docMk/>
          <pc:sldMk cId="1501206865" sldId="267"/>
        </pc:sldMkLst>
        <pc:spChg chg="mod">
          <ac:chgData name="Ingrid Monteiro" userId="4f1f53ea42604cf1" providerId="LiveId" clId="{3CD1FF9A-742A-49FD-B97D-1CEB638428F7}" dt="2019-09-17T17:11:40.482" v="3" actId="27636"/>
          <ac:spMkLst>
            <pc:docMk/>
            <pc:sldMk cId="1501206865" sldId="267"/>
            <ac:spMk id="3" creationId="{00000000-0000-0000-0000-000000000000}"/>
          </ac:spMkLst>
        </pc:spChg>
      </pc:sldChg>
      <pc:sldChg chg="modSp">
        <pc:chgData name="Ingrid Monteiro" userId="4f1f53ea42604cf1" providerId="LiveId" clId="{3CD1FF9A-742A-49FD-B97D-1CEB638428F7}" dt="2019-09-17T17:11:40.552" v="4" actId="27636"/>
        <pc:sldMkLst>
          <pc:docMk/>
          <pc:sldMk cId="1406564454" sldId="273"/>
        </pc:sldMkLst>
        <pc:spChg chg="mod">
          <ac:chgData name="Ingrid Monteiro" userId="4f1f53ea42604cf1" providerId="LiveId" clId="{3CD1FF9A-742A-49FD-B97D-1CEB638428F7}" dt="2019-09-17T17:11:40.552" v="4" actId="27636"/>
          <ac:spMkLst>
            <pc:docMk/>
            <pc:sldMk cId="1406564454" sldId="273"/>
            <ac:spMk id="3" creationId="{00000000-0000-0000-0000-000000000000}"/>
          </ac:spMkLst>
        </pc:spChg>
      </pc:sldChg>
      <pc:sldChg chg="modSp">
        <pc:chgData name="Ingrid Monteiro" userId="4f1f53ea42604cf1" providerId="LiveId" clId="{3CD1FF9A-742A-49FD-B97D-1CEB638428F7}" dt="2019-09-17T17:11:40.583" v="5" actId="27636"/>
        <pc:sldMkLst>
          <pc:docMk/>
          <pc:sldMk cId="2600858388" sldId="278"/>
        </pc:sldMkLst>
        <pc:spChg chg="mod">
          <ac:chgData name="Ingrid Monteiro" userId="4f1f53ea42604cf1" providerId="LiveId" clId="{3CD1FF9A-742A-49FD-B97D-1CEB638428F7}" dt="2019-09-17T17:11:40.583" v="5" actId="27636"/>
          <ac:spMkLst>
            <pc:docMk/>
            <pc:sldMk cId="2600858388" sldId="278"/>
            <ac:spMk id="3" creationId="{00000000-0000-0000-0000-000000000000}"/>
          </ac:spMkLst>
        </pc:spChg>
      </pc:sldChg>
      <pc:sldChg chg="modSp">
        <pc:chgData name="Ingrid Monteiro" userId="4f1f53ea42604cf1" providerId="LiveId" clId="{3CD1FF9A-742A-49FD-B97D-1CEB638428F7}" dt="2019-09-17T17:11:40.667" v="6" actId="27636"/>
        <pc:sldMkLst>
          <pc:docMk/>
          <pc:sldMk cId="3660314196" sldId="288"/>
        </pc:sldMkLst>
        <pc:spChg chg="mod">
          <ac:chgData name="Ingrid Monteiro" userId="4f1f53ea42604cf1" providerId="LiveId" clId="{3CD1FF9A-742A-49FD-B97D-1CEB638428F7}" dt="2019-09-17T17:11:40.667" v="6" actId="27636"/>
          <ac:spMkLst>
            <pc:docMk/>
            <pc:sldMk cId="3660314196" sldId="288"/>
            <ac:spMk id="3" creationId="{00000000-0000-0000-0000-000000000000}"/>
          </ac:spMkLst>
        </pc:spChg>
      </pc:sldChg>
      <pc:sldChg chg="modSp">
        <pc:chgData name="Ingrid Monteiro" userId="4f1f53ea42604cf1" providerId="LiveId" clId="{3CD1FF9A-742A-49FD-B97D-1CEB638428F7}" dt="2019-09-17T17:11:40.699" v="7" actId="27636"/>
        <pc:sldMkLst>
          <pc:docMk/>
          <pc:sldMk cId="3702471543" sldId="289"/>
        </pc:sldMkLst>
        <pc:spChg chg="mod">
          <ac:chgData name="Ingrid Monteiro" userId="4f1f53ea42604cf1" providerId="LiveId" clId="{3CD1FF9A-742A-49FD-B97D-1CEB638428F7}" dt="2019-09-17T17:11:40.699" v="7" actId="27636"/>
          <ac:spMkLst>
            <pc:docMk/>
            <pc:sldMk cId="3702471543" sldId="289"/>
            <ac:spMk id="3" creationId="{00000000-0000-0000-0000-000000000000}"/>
          </ac:spMkLst>
        </pc:spChg>
      </pc:sldChg>
      <pc:sldChg chg="modSp">
        <pc:chgData name="Ingrid Monteiro" userId="4f1f53ea42604cf1" providerId="LiveId" clId="{3CD1FF9A-742A-49FD-B97D-1CEB638428F7}" dt="2019-09-17T17:11:40.714" v="8" actId="27636"/>
        <pc:sldMkLst>
          <pc:docMk/>
          <pc:sldMk cId="3264017667" sldId="290"/>
        </pc:sldMkLst>
        <pc:spChg chg="mod">
          <ac:chgData name="Ingrid Monteiro" userId="4f1f53ea42604cf1" providerId="LiveId" clId="{3CD1FF9A-742A-49FD-B97D-1CEB638428F7}" dt="2019-09-17T17:11:40.714" v="8" actId="27636"/>
          <ac:spMkLst>
            <pc:docMk/>
            <pc:sldMk cId="3264017667" sldId="290"/>
            <ac:spMk id="3" creationId="{00000000-0000-0000-0000-000000000000}"/>
          </ac:spMkLst>
        </pc:spChg>
      </pc:sldChg>
      <pc:sldChg chg="modSp">
        <pc:chgData name="Ingrid Monteiro" userId="4f1f53ea42604cf1" providerId="LiveId" clId="{3CD1FF9A-742A-49FD-B97D-1CEB638428F7}" dt="2019-09-17T17:11:40.752" v="9" actId="27636"/>
        <pc:sldMkLst>
          <pc:docMk/>
          <pc:sldMk cId="3815242396" sldId="293"/>
        </pc:sldMkLst>
        <pc:spChg chg="mod">
          <ac:chgData name="Ingrid Monteiro" userId="4f1f53ea42604cf1" providerId="LiveId" clId="{3CD1FF9A-742A-49FD-B97D-1CEB638428F7}" dt="2019-09-17T17:11:40.752" v="9" actId="27636"/>
          <ac:spMkLst>
            <pc:docMk/>
            <pc:sldMk cId="3815242396" sldId="293"/>
            <ac:spMk id="3" creationId="{00000000-0000-0000-0000-000000000000}"/>
          </ac:spMkLst>
        </pc:spChg>
      </pc:sldChg>
      <pc:sldMasterChg chg="modSldLayout">
        <pc:chgData name="Ingrid Monteiro" userId="4f1f53ea42604cf1" providerId="LiveId" clId="{3CD1FF9A-742A-49FD-B97D-1CEB638428F7}" dt="2019-09-17T17:11:38.073" v="0"/>
        <pc:sldMasterMkLst>
          <pc:docMk/>
          <pc:sldMasterMk cId="4019350020" sldId="2147483735"/>
        </pc:sldMasterMkLst>
        <pc:sldLayoutChg chg="addSp">
          <pc:chgData name="Ingrid Monteiro" userId="4f1f53ea42604cf1" providerId="LiveId" clId="{3CD1FF9A-742A-49FD-B97D-1CEB638428F7}" dt="2019-09-17T17:11:38.073" v="0"/>
          <pc:sldLayoutMkLst>
            <pc:docMk/>
            <pc:sldMasterMk cId="4019350020" sldId="2147483735"/>
            <pc:sldLayoutMk cId="1685912710" sldId="2147483739"/>
          </pc:sldLayoutMkLst>
          <pc:picChg chg="add">
            <ac:chgData name="Ingrid Monteiro" userId="4f1f53ea42604cf1" providerId="LiveId" clId="{3CD1FF9A-742A-49FD-B97D-1CEB638428F7}" dt="2019-09-17T17:11:38.073" v="0"/>
            <ac:picMkLst>
              <pc:docMk/>
              <pc:sldMasterMk cId="4019350020" sldId="2147483735"/>
              <pc:sldLayoutMk cId="1685912710" sldId="2147483739"/>
              <ac:picMk id="8" creationId="{9F08AB22-4AB0-4F89-BD6F-AB1BF2D9EF26}"/>
            </ac:picMkLst>
          </pc:picChg>
        </pc:sldLayoutChg>
        <pc:sldLayoutChg chg="addSp">
          <pc:chgData name="Ingrid Monteiro" userId="4f1f53ea42604cf1" providerId="LiveId" clId="{3CD1FF9A-742A-49FD-B97D-1CEB638428F7}" dt="2019-09-17T17:11:38.073" v="0"/>
          <pc:sldLayoutMkLst>
            <pc:docMk/>
            <pc:sldMasterMk cId="4019350020" sldId="2147483735"/>
            <pc:sldLayoutMk cId="2418088028" sldId="2147483740"/>
          </pc:sldLayoutMkLst>
          <pc:picChg chg="add">
            <ac:chgData name="Ingrid Monteiro" userId="4f1f53ea42604cf1" providerId="LiveId" clId="{3CD1FF9A-742A-49FD-B97D-1CEB638428F7}" dt="2019-09-17T17:11:38.073" v="0"/>
            <ac:picMkLst>
              <pc:docMk/>
              <pc:sldMasterMk cId="4019350020" sldId="2147483735"/>
              <pc:sldLayoutMk cId="2418088028" sldId="2147483740"/>
              <ac:picMk id="10" creationId="{7E385044-64FC-4B8A-91DC-75F2957B09D2}"/>
            </ac:picMkLst>
          </pc:picChg>
        </pc:sldLayoutChg>
        <pc:sldLayoutChg chg="addSp">
          <pc:chgData name="Ingrid Monteiro" userId="4f1f53ea42604cf1" providerId="LiveId" clId="{3CD1FF9A-742A-49FD-B97D-1CEB638428F7}" dt="2019-09-17T17:11:38.073" v="0"/>
          <pc:sldLayoutMkLst>
            <pc:docMk/>
            <pc:sldMasterMk cId="4019350020" sldId="2147483735"/>
            <pc:sldLayoutMk cId="2714159353" sldId="2147483743"/>
          </pc:sldLayoutMkLst>
          <pc:picChg chg="add">
            <ac:chgData name="Ingrid Monteiro" userId="4f1f53ea42604cf1" providerId="LiveId" clId="{3CD1FF9A-742A-49FD-B97D-1CEB638428F7}" dt="2019-09-17T17:11:38.073" v="0"/>
            <ac:picMkLst>
              <pc:docMk/>
              <pc:sldMasterMk cId="4019350020" sldId="2147483735"/>
              <pc:sldLayoutMk cId="2714159353" sldId="2147483743"/>
              <ac:picMk id="8" creationId="{94379D76-C5B7-4AA2-B73F-0CBF7A916EFC}"/>
            </ac:picMkLst>
          </pc:picChg>
        </pc:sldLayoutChg>
      </pc:sldMasterChg>
      <pc:sldMasterChg chg="modSldLayout">
        <pc:chgData name="Ingrid Monteiro" userId="4f1f53ea42604cf1" providerId="LiveId" clId="{3CD1FF9A-742A-49FD-B97D-1CEB638428F7}" dt="2019-09-19T19:04:40.012" v="10"/>
        <pc:sldMasterMkLst>
          <pc:docMk/>
          <pc:sldMasterMk cId="957298616" sldId="2147483747"/>
        </pc:sldMasterMkLst>
        <pc:sldLayoutChg chg="addSp">
          <pc:chgData name="Ingrid Monteiro" userId="4f1f53ea42604cf1" providerId="LiveId" clId="{3CD1FF9A-742A-49FD-B97D-1CEB638428F7}" dt="2019-09-19T19:04:40.012" v="10"/>
          <pc:sldLayoutMkLst>
            <pc:docMk/>
            <pc:sldMasterMk cId="957298616" sldId="2147483747"/>
            <pc:sldLayoutMk cId="434314980" sldId="2147483751"/>
          </pc:sldLayoutMkLst>
          <pc:picChg chg="add">
            <ac:chgData name="Ingrid Monteiro" userId="4f1f53ea42604cf1" providerId="LiveId" clId="{3CD1FF9A-742A-49FD-B97D-1CEB638428F7}" dt="2019-09-19T19:04:40.012" v="10"/>
            <ac:picMkLst>
              <pc:docMk/>
              <pc:sldMasterMk cId="957298616" sldId="2147483747"/>
              <pc:sldLayoutMk cId="434314980" sldId="2147483751"/>
              <ac:picMk id="8" creationId="{20E43EF2-55C9-43D1-A66F-7881333745B1}"/>
            </ac:picMkLst>
          </pc:picChg>
        </pc:sldLayoutChg>
        <pc:sldLayoutChg chg="addSp">
          <pc:chgData name="Ingrid Monteiro" userId="4f1f53ea42604cf1" providerId="LiveId" clId="{3CD1FF9A-742A-49FD-B97D-1CEB638428F7}" dt="2019-09-19T19:04:40.012" v="10"/>
          <pc:sldLayoutMkLst>
            <pc:docMk/>
            <pc:sldMasterMk cId="957298616" sldId="2147483747"/>
            <pc:sldLayoutMk cId="272077707" sldId="2147483752"/>
          </pc:sldLayoutMkLst>
          <pc:picChg chg="add">
            <ac:chgData name="Ingrid Monteiro" userId="4f1f53ea42604cf1" providerId="LiveId" clId="{3CD1FF9A-742A-49FD-B97D-1CEB638428F7}" dt="2019-09-19T19:04:40.012" v="10"/>
            <ac:picMkLst>
              <pc:docMk/>
              <pc:sldMasterMk cId="957298616" sldId="2147483747"/>
              <pc:sldLayoutMk cId="272077707" sldId="2147483752"/>
              <ac:picMk id="10" creationId="{50F1C3AA-0354-4847-8C19-8241CE816194}"/>
            </ac:picMkLst>
          </pc:picChg>
        </pc:sldLayoutChg>
        <pc:sldLayoutChg chg="addSp">
          <pc:chgData name="Ingrid Monteiro" userId="4f1f53ea42604cf1" providerId="LiveId" clId="{3CD1FF9A-742A-49FD-B97D-1CEB638428F7}" dt="2019-09-19T19:04:40.012" v="10"/>
          <pc:sldLayoutMkLst>
            <pc:docMk/>
            <pc:sldMasterMk cId="957298616" sldId="2147483747"/>
            <pc:sldLayoutMk cId="557962119" sldId="2147483755"/>
          </pc:sldLayoutMkLst>
          <pc:picChg chg="add">
            <ac:chgData name="Ingrid Monteiro" userId="4f1f53ea42604cf1" providerId="LiveId" clId="{3CD1FF9A-742A-49FD-B97D-1CEB638428F7}" dt="2019-09-19T19:04:40.012" v="10"/>
            <ac:picMkLst>
              <pc:docMk/>
              <pc:sldMasterMk cId="957298616" sldId="2147483747"/>
              <pc:sldLayoutMk cId="557962119" sldId="2147483755"/>
              <ac:picMk id="8" creationId="{08E57A8C-732A-4FDE-982F-9A792ADBB912}"/>
            </ac:picMkLst>
          </pc:picChg>
        </pc:sldLayoutChg>
      </pc:sldMasterChg>
    </pc:docChg>
  </pc:docChgLst>
  <pc:docChgLst>
    <pc:chgData name="Ingrid Monteiro" userId="4f1f53ea42604cf1" providerId="LiveId" clId="{704897BE-A734-407F-9557-54A34F429092}"/>
    <pc:docChg chg="modSld">
      <pc:chgData name="Ingrid Monteiro" userId="4f1f53ea42604cf1" providerId="LiveId" clId="{704897BE-A734-407F-9557-54A34F429092}" dt="2023-11-09T11:31:56.749" v="1" actId="13926"/>
      <pc:docMkLst>
        <pc:docMk/>
      </pc:docMkLst>
      <pc:sldChg chg="modSp mod">
        <pc:chgData name="Ingrid Monteiro" userId="4f1f53ea42604cf1" providerId="LiveId" clId="{704897BE-A734-407F-9557-54A34F429092}" dt="2023-11-09T11:31:56.749" v="1" actId="13926"/>
        <pc:sldMkLst>
          <pc:docMk/>
          <pc:sldMk cId="1501206865" sldId="267"/>
        </pc:sldMkLst>
        <pc:spChg chg="mod">
          <ac:chgData name="Ingrid Monteiro" userId="4f1f53ea42604cf1" providerId="LiveId" clId="{704897BE-A734-407F-9557-54A34F429092}" dt="2023-11-09T11:31:56.749" v="1" actId="13926"/>
          <ac:spMkLst>
            <pc:docMk/>
            <pc:sldMk cId="1501206865" sldId="267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70B9A6-D7B2-48CB-8989-16CC2741CDB8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1F14914A-D43F-461D-9259-2A50031A8DC1}">
      <dgm:prSet phldrT="[Texto]" custT="1"/>
      <dgm:spPr>
        <a:solidFill>
          <a:srgbClr val="00B050"/>
        </a:solidFill>
      </dgm:spPr>
      <dgm:t>
        <a:bodyPr/>
        <a:lstStyle/>
        <a:p>
          <a:r>
            <a:rPr lang="pt-BR" sz="1600" b="1" dirty="0"/>
            <a:t>Com usuário</a:t>
          </a:r>
        </a:p>
      </dgm:t>
    </dgm:pt>
    <dgm:pt modelId="{64BA38B0-43D4-4704-AD45-639FB05D5D0E}" type="parTrans" cxnId="{34DF4FAB-1BB5-42BF-B9EE-282615B8D87E}">
      <dgm:prSet/>
      <dgm:spPr/>
      <dgm:t>
        <a:bodyPr/>
        <a:lstStyle/>
        <a:p>
          <a:endParaRPr lang="pt-BR" sz="2800"/>
        </a:p>
      </dgm:t>
    </dgm:pt>
    <dgm:pt modelId="{1E897C8E-4D59-41D2-9515-C552BFF2F0B1}" type="sibTrans" cxnId="{34DF4FAB-1BB5-42BF-B9EE-282615B8D87E}">
      <dgm:prSet/>
      <dgm:spPr/>
      <dgm:t>
        <a:bodyPr/>
        <a:lstStyle/>
        <a:p>
          <a:endParaRPr lang="pt-BR" sz="2800"/>
        </a:p>
      </dgm:t>
    </dgm:pt>
    <dgm:pt modelId="{8C4548F3-AE06-4FBE-AE26-FD638333FF2C}">
      <dgm:prSet phldrT="[Texto]" custT="1"/>
      <dgm:spPr>
        <a:solidFill>
          <a:srgbClr val="92D050"/>
        </a:solidFill>
      </dgm:spPr>
      <dgm:t>
        <a:bodyPr/>
        <a:lstStyle/>
        <a:p>
          <a:r>
            <a:rPr lang="pt-BR" sz="1400" b="1" dirty="0"/>
            <a:t>Ambientes controlados</a:t>
          </a:r>
        </a:p>
      </dgm:t>
    </dgm:pt>
    <dgm:pt modelId="{2DFFBC96-A483-4867-829B-BCBFB194A718}" type="parTrans" cxnId="{F7952061-1B0A-4754-BFA1-B29A2842E82E}">
      <dgm:prSet custT="1"/>
      <dgm:spPr/>
      <dgm:t>
        <a:bodyPr/>
        <a:lstStyle/>
        <a:p>
          <a:endParaRPr lang="pt-BR" sz="800"/>
        </a:p>
      </dgm:t>
    </dgm:pt>
    <dgm:pt modelId="{0BAC27E1-03AB-47B6-86A6-49FB70F98D82}" type="sibTrans" cxnId="{F7952061-1B0A-4754-BFA1-B29A2842E82E}">
      <dgm:prSet/>
      <dgm:spPr/>
      <dgm:t>
        <a:bodyPr/>
        <a:lstStyle/>
        <a:p>
          <a:endParaRPr lang="pt-BR" sz="2800"/>
        </a:p>
      </dgm:t>
    </dgm:pt>
    <dgm:pt modelId="{43062B80-831D-4066-837F-D871B1EFE84A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Ambientes naturais</a:t>
          </a:r>
        </a:p>
      </dgm:t>
    </dgm:pt>
    <dgm:pt modelId="{0525E081-584E-40D3-A874-94691F59CA92}" type="parTrans" cxnId="{BD6CD192-14D9-4525-A437-B30C60B0A726}">
      <dgm:prSet custT="1"/>
      <dgm:spPr/>
      <dgm:t>
        <a:bodyPr/>
        <a:lstStyle/>
        <a:p>
          <a:endParaRPr lang="pt-BR" sz="800"/>
        </a:p>
      </dgm:t>
    </dgm:pt>
    <dgm:pt modelId="{143276D8-0D65-41DA-A551-710963363292}" type="sibTrans" cxnId="{BD6CD192-14D9-4525-A437-B30C60B0A726}">
      <dgm:prSet/>
      <dgm:spPr/>
      <dgm:t>
        <a:bodyPr/>
        <a:lstStyle/>
        <a:p>
          <a:endParaRPr lang="pt-BR" sz="2800"/>
        </a:p>
      </dgm:t>
    </dgm:pt>
    <dgm:pt modelId="{4B2360FC-4A23-4349-A584-041111DDA91F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600" b="1" dirty="0"/>
            <a:t>Sem usuário</a:t>
          </a:r>
        </a:p>
      </dgm:t>
    </dgm:pt>
    <dgm:pt modelId="{F2305AA3-2C27-4B8C-A94B-A27411D1EA4D}" type="parTrans" cxnId="{0D9B362B-1015-48A8-940B-7BF3CD5ECCB0}">
      <dgm:prSet/>
      <dgm:spPr/>
      <dgm:t>
        <a:bodyPr/>
        <a:lstStyle/>
        <a:p>
          <a:endParaRPr lang="pt-BR" sz="2800"/>
        </a:p>
      </dgm:t>
    </dgm:pt>
    <dgm:pt modelId="{242ADC73-5D17-4CDB-A892-31238B9D7FF4}" type="sibTrans" cxnId="{0D9B362B-1015-48A8-940B-7BF3CD5ECCB0}">
      <dgm:prSet/>
      <dgm:spPr/>
      <dgm:t>
        <a:bodyPr/>
        <a:lstStyle/>
        <a:p>
          <a:endParaRPr lang="pt-BR" sz="2800"/>
        </a:p>
      </dgm:t>
    </dgm:pt>
    <dgm:pt modelId="{8537B3F5-2696-4CC5-BB34-71A9D9765DB0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Estudos de campo</a:t>
          </a:r>
        </a:p>
      </dgm:t>
    </dgm:pt>
    <dgm:pt modelId="{43B8D834-150B-4E7C-9876-68ED23D82F91}" type="parTrans" cxnId="{EB86FE61-ECBC-4E8C-A69F-E8B0D20D151E}">
      <dgm:prSet custT="1">
        <dgm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2F58C6AC-E7DF-480A-B813-7E1DD123F068}" type="sibTrans" cxnId="{EB86FE61-ECBC-4E8C-A69F-E8B0D20D151E}">
      <dgm:prSet/>
      <dgm:spPr/>
      <dgm:t>
        <a:bodyPr/>
        <a:lstStyle/>
        <a:p>
          <a:endParaRPr lang="pt-BR" sz="2800"/>
        </a:p>
      </dgm:t>
    </dgm:pt>
    <dgm:pt modelId="{55FD7110-C4CC-47B1-941D-9E245714C2DD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Inspeção</a:t>
          </a:r>
        </a:p>
      </dgm:t>
    </dgm:pt>
    <dgm:pt modelId="{6EF6F811-5C12-4E07-BFAD-FDE020B1E30D}" type="parTrans" cxnId="{A4CC2C66-DB66-4E41-8C98-D1B339B4CBA8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2034A759-E835-4449-8CD8-B4141B8D3431}" type="sibTrans" cxnId="{A4CC2C66-DB66-4E41-8C98-D1B339B4CBA8}">
      <dgm:prSet/>
      <dgm:spPr/>
      <dgm:t>
        <a:bodyPr/>
        <a:lstStyle/>
        <a:p>
          <a:endParaRPr lang="pt-BR" sz="2800"/>
        </a:p>
      </dgm:t>
    </dgm:pt>
    <dgm:pt modelId="{426E1076-CDE8-46E0-A307-5DF887249423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Avaliação heurística</a:t>
          </a:r>
        </a:p>
      </dgm:t>
    </dgm:pt>
    <dgm:pt modelId="{6B9F4DE1-FACC-4BF9-9A9A-20AE0E4A8879}" type="parTrans" cxnId="{7895A82F-499F-4401-AB0E-1C9DC4513CAE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7C603766-875F-4B6E-BED0-28E4F8234346}" type="sibTrans" cxnId="{7895A82F-499F-4401-AB0E-1C9DC4513CAE}">
      <dgm:prSet/>
      <dgm:spPr/>
      <dgm:t>
        <a:bodyPr/>
        <a:lstStyle/>
        <a:p>
          <a:endParaRPr lang="pt-BR" sz="2800"/>
        </a:p>
      </dgm:t>
    </dgm:pt>
    <dgm:pt modelId="{776F0357-7CE0-4833-A6B2-2FFBB1B41AA4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Percurso cognitivo</a:t>
          </a:r>
        </a:p>
      </dgm:t>
    </dgm:pt>
    <dgm:pt modelId="{939DE4A3-94FE-47CA-BD1E-2285F5AA6D18}" type="parTrans" cxnId="{FE5E19E5-0509-47E3-8371-8E63FEFD16E3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74179B3D-5DD1-4552-AD8C-49B4D84CFBB1}" type="sibTrans" cxnId="{FE5E19E5-0509-47E3-8371-8E63FEFD16E3}">
      <dgm:prSet/>
      <dgm:spPr/>
      <dgm:t>
        <a:bodyPr/>
        <a:lstStyle/>
        <a:p>
          <a:endParaRPr lang="pt-BR" sz="2800"/>
        </a:p>
      </dgm:t>
    </dgm:pt>
    <dgm:pt modelId="{D86895AC-038C-4D0B-A505-7245EFFF8A96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Método de inspeção semiótica</a:t>
          </a:r>
        </a:p>
      </dgm:t>
    </dgm:pt>
    <dgm:pt modelId="{F5DBB0C2-370D-4CFA-AADB-FAF989F1BA9E}" type="parTrans" cxnId="{17B52983-CBCE-42DB-AC8B-A78279967124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57AD2193-E6CC-49A7-8E5C-C2E669975274}" type="sibTrans" cxnId="{17B52983-CBCE-42DB-AC8B-A78279967124}">
      <dgm:prSet/>
      <dgm:spPr/>
      <dgm:t>
        <a:bodyPr/>
        <a:lstStyle/>
        <a:p>
          <a:endParaRPr lang="pt-BR" sz="2800"/>
        </a:p>
      </dgm:t>
    </dgm:pt>
    <dgm:pt modelId="{9FE94BA1-1EA7-4F46-8D7A-A47CDDCCC5CA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Modelos preditivos</a:t>
          </a:r>
        </a:p>
      </dgm:t>
    </dgm:pt>
    <dgm:pt modelId="{55F84B5D-F96F-48A3-AEF1-9A10B34BF33D}" type="parTrans" cxnId="{20604408-1D2A-45DB-98B9-2A4722D7CBDC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66FF6C3E-52C5-4ECC-8A3C-2A67A5E3F32E}" type="sibTrans" cxnId="{20604408-1D2A-45DB-98B9-2A4722D7CBDC}">
      <dgm:prSet/>
      <dgm:spPr/>
      <dgm:t>
        <a:bodyPr/>
        <a:lstStyle/>
        <a:p>
          <a:endParaRPr lang="pt-BR" sz="2800"/>
        </a:p>
      </dgm:t>
    </dgm:pt>
    <dgm:pt modelId="{391C413C-FCF9-46F7-8DF8-2D66DF86DC89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GOMS</a:t>
          </a:r>
        </a:p>
      </dgm:t>
    </dgm:pt>
    <dgm:pt modelId="{7E65A79E-7DCC-4575-9A47-7A231D0BE84F}" type="parTrans" cxnId="{89D440AB-7777-4D91-B9F4-515343822E46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1657D617-8B12-46E8-B725-7B73C6E6871A}" type="sibTrans" cxnId="{89D440AB-7777-4D91-B9F4-515343822E46}">
      <dgm:prSet/>
      <dgm:spPr/>
      <dgm:t>
        <a:bodyPr/>
        <a:lstStyle/>
        <a:p>
          <a:endParaRPr lang="pt-BR" sz="2800"/>
        </a:p>
      </dgm:t>
    </dgm:pt>
    <dgm:pt modelId="{B775E025-3A48-48C6-B280-6FB2EAFE22C5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KLM</a:t>
          </a:r>
        </a:p>
      </dgm:t>
    </dgm:pt>
    <dgm:pt modelId="{5B085021-6D1B-4814-8230-15A608934B3D}" type="parTrans" cxnId="{FB1FCC5A-7DF3-46BF-AA92-AAF2B27D3F77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531F5E29-D3C6-443A-A4FE-738393A96F07}" type="sibTrans" cxnId="{FB1FCC5A-7DF3-46BF-AA92-AAF2B27D3F77}">
      <dgm:prSet/>
      <dgm:spPr/>
      <dgm:t>
        <a:bodyPr/>
        <a:lstStyle/>
        <a:p>
          <a:endParaRPr lang="pt-BR" sz="2800"/>
        </a:p>
      </dgm:t>
    </dgm:pt>
    <dgm:pt modelId="{0CDA1B47-8955-4CBA-A70C-DFDDCD7E58F0}">
      <dgm:prSet phldrT="[Texto]" custT="1"/>
      <dgm:spPr>
        <a:solidFill>
          <a:schemeClr val="bg2"/>
        </a:solidFill>
      </dgm:spPr>
      <dgm:t>
        <a:bodyPr/>
        <a:lstStyle/>
        <a:p>
          <a:r>
            <a:rPr lang="pt-BR" sz="1400" b="1" dirty="0"/>
            <a:t>Lei de </a:t>
          </a:r>
          <a:r>
            <a:rPr lang="pt-BR" sz="1400" b="1" dirty="0" err="1"/>
            <a:t>Fitts</a:t>
          </a:r>
          <a:endParaRPr lang="pt-BR" sz="1400" b="1" dirty="0"/>
        </a:p>
      </dgm:t>
    </dgm:pt>
    <dgm:pt modelId="{53DD24F8-9C6F-4268-B0DE-D66DE7F4B9ED}" type="parTrans" cxnId="{607AD575-85DB-4FB3-978E-1B0B799DEEF8}">
      <dgm:prSet custT="1">
        <dgm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2FC4C000-E98C-40F1-BE38-3F5C2AB1EB8D}" type="sibTrans" cxnId="{607AD575-85DB-4FB3-978E-1B0B799DEEF8}">
      <dgm:prSet/>
      <dgm:spPr/>
      <dgm:t>
        <a:bodyPr/>
        <a:lstStyle/>
        <a:p>
          <a:endParaRPr lang="pt-BR" sz="2800"/>
        </a:p>
      </dgm:t>
    </dgm:pt>
    <dgm:pt modelId="{96B017A2-2B9A-4A0B-A796-9DB9418113AE}">
      <dgm:prSet phldrT="[Texto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pt-BR" sz="1400" b="1" dirty="0"/>
            <a:t>Método de avaliação da comunicabilidade</a:t>
          </a:r>
        </a:p>
      </dgm:t>
    </dgm:pt>
    <dgm:pt modelId="{F88A9BCE-7075-4315-B648-4DA53191FB55}" type="sibTrans" cxnId="{D31DA20E-ADCB-43C4-A9F4-C5011D292B32}">
      <dgm:prSet/>
      <dgm:spPr/>
      <dgm:t>
        <a:bodyPr/>
        <a:lstStyle/>
        <a:p>
          <a:endParaRPr lang="pt-BR" sz="2800"/>
        </a:p>
      </dgm:t>
    </dgm:pt>
    <dgm:pt modelId="{4F1B182C-4B0F-4091-B385-F9C6F4D04162}" type="parTrans" cxnId="{D31DA20E-ADCB-43C4-A9F4-C5011D292B32}">
      <dgm:prSet custT="1">
        <dgm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EA8734FA-74CB-4691-8EB5-5BB1EA981184}">
      <dgm:prSet phldrT="[Texto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pt-BR" sz="1400" b="1" dirty="0"/>
            <a:t>Testes de usabilidade</a:t>
          </a:r>
        </a:p>
      </dgm:t>
    </dgm:pt>
    <dgm:pt modelId="{CF83B7A9-BDC7-451D-B96F-8BBA715044DF}" type="sibTrans" cxnId="{0FDEFE4B-0B3C-4759-9E91-10D80E549B92}">
      <dgm:prSet/>
      <dgm:spPr/>
      <dgm:t>
        <a:bodyPr/>
        <a:lstStyle/>
        <a:p>
          <a:endParaRPr lang="pt-BR" sz="2800"/>
        </a:p>
      </dgm:t>
    </dgm:pt>
    <dgm:pt modelId="{90D22336-370F-499C-85E0-0091425FF14A}" type="parTrans" cxnId="{0FDEFE4B-0B3C-4759-9E91-10D80E549B92}">
      <dgm:prSet custT="1">
        <dgm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pt-BR" sz="800"/>
        </a:p>
      </dgm:t>
    </dgm:pt>
    <dgm:pt modelId="{D139B5E0-068E-4520-A323-4AAD4E86247A}">
      <dgm:prSet phldrT="[Texto]" custT="1"/>
      <dgm:spPr>
        <a:solidFill>
          <a:srgbClr val="70AD47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Prototipação em papel</a:t>
          </a:r>
        </a:p>
      </dgm:t>
    </dgm:pt>
    <dgm:pt modelId="{656810FC-17DF-4F97-A8FE-E9A2F4F3AAF5}" type="parTrans" cxnId="{82C99561-2440-4F60-A747-F2E656B6AE6A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endParaRPr lang="pt-BR"/>
        </a:p>
      </dgm:t>
    </dgm:pt>
    <dgm:pt modelId="{2B39D770-F121-48B9-9F52-1C77837B421C}" type="sibTrans" cxnId="{82C99561-2440-4F60-A747-F2E656B6AE6A}">
      <dgm:prSet/>
      <dgm:spPr/>
      <dgm:t>
        <a:bodyPr/>
        <a:lstStyle/>
        <a:p>
          <a:endParaRPr lang="pt-BR"/>
        </a:p>
      </dgm:t>
    </dgm:pt>
    <dgm:pt modelId="{0E684CBF-E73A-4122-9502-B601CBF03E03}" type="pres">
      <dgm:prSet presAssocID="{3170B9A6-D7B2-48CB-8989-16CC2741CDB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C5FA6FC-B9AD-469F-BDC9-00D4CB8E4234}" type="pres">
      <dgm:prSet presAssocID="{1F14914A-D43F-461D-9259-2A50031A8DC1}" presName="root1" presStyleCnt="0"/>
      <dgm:spPr/>
    </dgm:pt>
    <dgm:pt modelId="{710EA031-62C7-47AC-8107-1B8EFF4FAB51}" type="pres">
      <dgm:prSet presAssocID="{1F14914A-D43F-461D-9259-2A50031A8DC1}" presName="LevelOneTextNode" presStyleLbl="node0" presStyleIdx="0" presStyleCnt="2" custScaleX="185970">
        <dgm:presLayoutVars>
          <dgm:chPref val="3"/>
        </dgm:presLayoutVars>
      </dgm:prSet>
      <dgm:spPr/>
    </dgm:pt>
    <dgm:pt modelId="{DE4E0071-E5BE-4A4E-9019-793EBF73C04C}" type="pres">
      <dgm:prSet presAssocID="{1F14914A-D43F-461D-9259-2A50031A8DC1}" presName="level2hierChild" presStyleCnt="0"/>
      <dgm:spPr/>
    </dgm:pt>
    <dgm:pt modelId="{B5D4B4C8-FE9C-464B-8386-56626A6E5A6D}" type="pres">
      <dgm:prSet presAssocID="{2DFFBC96-A483-4867-829B-BCBFB194A718}" presName="conn2-1" presStyleLbl="parChTrans1D2" presStyleIdx="0" presStyleCnt="4"/>
      <dgm:spPr/>
    </dgm:pt>
    <dgm:pt modelId="{DB09B14D-4B32-4B09-A288-5C49941DC819}" type="pres">
      <dgm:prSet presAssocID="{2DFFBC96-A483-4867-829B-BCBFB194A718}" presName="connTx" presStyleLbl="parChTrans1D2" presStyleIdx="0" presStyleCnt="4"/>
      <dgm:spPr/>
    </dgm:pt>
    <dgm:pt modelId="{D6B4B248-7372-443D-A707-AF2DA97AC4F3}" type="pres">
      <dgm:prSet presAssocID="{8C4548F3-AE06-4FBE-AE26-FD638333FF2C}" presName="root2" presStyleCnt="0"/>
      <dgm:spPr/>
    </dgm:pt>
    <dgm:pt modelId="{C5CBE992-6A19-40D8-A3E7-70A81A1F89E4}" type="pres">
      <dgm:prSet presAssocID="{8C4548F3-AE06-4FBE-AE26-FD638333FF2C}" presName="LevelTwoTextNode" presStyleLbl="node2" presStyleIdx="0" presStyleCnt="4" custScaleX="223382">
        <dgm:presLayoutVars>
          <dgm:chPref val="3"/>
        </dgm:presLayoutVars>
      </dgm:prSet>
      <dgm:spPr/>
    </dgm:pt>
    <dgm:pt modelId="{E6B8696F-B6C9-4110-8A94-1C555C56B135}" type="pres">
      <dgm:prSet presAssocID="{8C4548F3-AE06-4FBE-AE26-FD638333FF2C}" presName="level3hierChild" presStyleCnt="0"/>
      <dgm:spPr/>
    </dgm:pt>
    <dgm:pt modelId="{46CC529D-2A3B-47CE-81E7-BC16D89F9CB0}" type="pres">
      <dgm:prSet presAssocID="{90D22336-370F-499C-85E0-0091425FF14A}" presName="conn2-1" presStyleLbl="parChTrans1D3" presStyleIdx="0" presStyleCnt="10"/>
      <dgm:spPr/>
    </dgm:pt>
    <dgm:pt modelId="{1B0D5E43-B921-417C-B214-2F49EBD8B06C}" type="pres">
      <dgm:prSet presAssocID="{90D22336-370F-499C-85E0-0091425FF14A}" presName="connTx" presStyleLbl="parChTrans1D3" presStyleIdx="0" presStyleCnt="10"/>
      <dgm:spPr/>
    </dgm:pt>
    <dgm:pt modelId="{4E529049-9532-4465-B6E3-2925CFA5113F}" type="pres">
      <dgm:prSet presAssocID="{EA8734FA-74CB-4691-8EB5-5BB1EA981184}" presName="root2" presStyleCnt="0"/>
      <dgm:spPr/>
    </dgm:pt>
    <dgm:pt modelId="{D2FCAD3C-A6C4-4833-A368-9AA4EFFCD73E}" type="pres">
      <dgm:prSet presAssocID="{EA8734FA-74CB-4691-8EB5-5BB1EA981184}" presName="LevelTwoTextNode" presStyleLbl="node3" presStyleIdx="0" presStyleCnt="10" custScaleX="260612">
        <dgm:presLayoutVars>
          <dgm:chPref val="3"/>
        </dgm:presLayoutVars>
      </dgm:prSet>
      <dgm:spPr/>
    </dgm:pt>
    <dgm:pt modelId="{6C16A763-1F5B-4DC4-BA01-898996A1CFB7}" type="pres">
      <dgm:prSet presAssocID="{EA8734FA-74CB-4691-8EB5-5BB1EA981184}" presName="level3hierChild" presStyleCnt="0"/>
      <dgm:spPr/>
    </dgm:pt>
    <dgm:pt modelId="{9C97835D-3F50-4146-A385-23A04EBF2B27}" type="pres">
      <dgm:prSet presAssocID="{4F1B182C-4B0F-4091-B385-F9C6F4D04162}" presName="conn2-1" presStyleLbl="parChTrans1D3" presStyleIdx="1" presStyleCnt="10"/>
      <dgm:spPr/>
    </dgm:pt>
    <dgm:pt modelId="{4FA366D6-1DE2-419B-B438-DD36239797D6}" type="pres">
      <dgm:prSet presAssocID="{4F1B182C-4B0F-4091-B385-F9C6F4D04162}" presName="connTx" presStyleLbl="parChTrans1D3" presStyleIdx="1" presStyleCnt="10"/>
      <dgm:spPr/>
    </dgm:pt>
    <dgm:pt modelId="{7AAC820C-F222-42C6-8823-587ABF209031}" type="pres">
      <dgm:prSet presAssocID="{96B017A2-2B9A-4A0B-A796-9DB9418113AE}" presName="root2" presStyleCnt="0"/>
      <dgm:spPr/>
    </dgm:pt>
    <dgm:pt modelId="{381530F6-2213-440E-BAD0-430311082A8B}" type="pres">
      <dgm:prSet presAssocID="{96B017A2-2B9A-4A0B-A796-9DB9418113AE}" presName="LevelTwoTextNode" presStyleLbl="node3" presStyleIdx="1" presStyleCnt="10" custScaleX="260612">
        <dgm:presLayoutVars>
          <dgm:chPref val="3"/>
        </dgm:presLayoutVars>
      </dgm:prSet>
      <dgm:spPr/>
    </dgm:pt>
    <dgm:pt modelId="{B4343D8C-4A39-4BD4-97F8-5D963816FA62}" type="pres">
      <dgm:prSet presAssocID="{96B017A2-2B9A-4A0B-A796-9DB9418113AE}" presName="level3hierChild" presStyleCnt="0"/>
      <dgm:spPr/>
    </dgm:pt>
    <dgm:pt modelId="{0CE4476C-94F4-414A-9E46-4F809E3D24A4}" type="pres">
      <dgm:prSet presAssocID="{656810FC-17DF-4F97-A8FE-E9A2F4F3AAF5}" presName="conn2-1" presStyleLbl="parChTrans1D3" presStyleIdx="2" presStyleCnt="10"/>
      <dgm:spPr/>
    </dgm:pt>
    <dgm:pt modelId="{04E00818-5E1F-4C3C-B666-008E28F7074F}" type="pres">
      <dgm:prSet presAssocID="{656810FC-17DF-4F97-A8FE-E9A2F4F3AAF5}" presName="connTx" presStyleLbl="parChTrans1D3" presStyleIdx="2" presStyleCnt="10"/>
      <dgm:spPr/>
    </dgm:pt>
    <dgm:pt modelId="{114D923A-9B14-4A3F-A31F-4ADB50CB2C9B}" type="pres">
      <dgm:prSet presAssocID="{D139B5E0-068E-4520-A323-4AAD4E86247A}" presName="root2" presStyleCnt="0"/>
      <dgm:spPr/>
    </dgm:pt>
    <dgm:pt modelId="{E51D475E-A50A-411F-ACC7-73D30C60B4E3}" type="pres">
      <dgm:prSet presAssocID="{D139B5E0-068E-4520-A323-4AAD4E86247A}" presName="LevelTwoTextNode" presStyleLbl="node3" presStyleIdx="2" presStyleCnt="10" custScaleX="257094">
        <dgm:presLayoutVars>
          <dgm:chPref val="3"/>
        </dgm:presLayoutVars>
      </dgm:prSet>
      <dgm:spPr>
        <a:xfrm>
          <a:off x="5651805" y="1121850"/>
          <a:ext cx="2495476" cy="485323"/>
        </a:xfrm>
        <a:prstGeom prst="roundRect">
          <a:avLst>
            <a:gd name="adj" fmla="val 10000"/>
          </a:avLst>
        </a:prstGeom>
      </dgm:spPr>
    </dgm:pt>
    <dgm:pt modelId="{9E9C567D-AB1B-44C6-AF83-0DCC68A6FC48}" type="pres">
      <dgm:prSet presAssocID="{D139B5E0-068E-4520-A323-4AAD4E86247A}" presName="level3hierChild" presStyleCnt="0"/>
      <dgm:spPr/>
    </dgm:pt>
    <dgm:pt modelId="{7AEE0E62-1374-4A36-8A45-F999FA346614}" type="pres">
      <dgm:prSet presAssocID="{0525E081-584E-40D3-A874-94691F59CA92}" presName="conn2-1" presStyleLbl="parChTrans1D2" presStyleIdx="1" presStyleCnt="4"/>
      <dgm:spPr/>
    </dgm:pt>
    <dgm:pt modelId="{554BE88F-596A-41F8-9D00-7290A2D1BD66}" type="pres">
      <dgm:prSet presAssocID="{0525E081-584E-40D3-A874-94691F59CA92}" presName="connTx" presStyleLbl="parChTrans1D2" presStyleIdx="1" presStyleCnt="4"/>
      <dgm:spPr/>
    </dgm:pt>
    <dgm:pt modelId="{282C6CE4-FFBD-4E83-9B61-24A91F20F27D}" type="pres">
      <dgm:prSet presAssocID="{43062B80-831D-4066-837F-D871B1EFE84A}" presName="root2" presStyleCnt="0"/>
      <dgm:spPr/>
    </dgm:pt>
    <dgm:pt modelId="{EF309B74-9001-484A-9BE5-7E4E7385F0FE}" type="pres">
      <dgm:prSet presAssocID="{43062B80-831D-4066-837F-D871B1EFE84A}" presName="LevelTwoTextNode" presStyleLbl="node2" presStyleIdx="1" presStyleCnt="4" custScaleX="223382">
        <dgm:presLayoutVars>
          <dgm:chPref val="3"/>
        </dgm:presLayoutVars>
      </dgm:prSet>
      <dgm:spPr/>
    </dgm:pt>
    <dgm:pt modelId="{EBF07424-5A90-4AEC-AA2D-8D399DA1E808}" type="pres">
      <dgm:prSet presAssocID="{43062B80-831D-4066-837F-D871B1EFE84A}" presName="level3hierChild" presStyleCnt="0"/>
      <dgm:spPr/>
    </dgm:pt>
    <dgm:pt modelId="{67C0150A-8FFF-4529-807C-ACFCD492EFFC}" type="pres">
      <dgm:prSet presAssocID="{43B8D834-150B-4E7C-9876-68ED23D82F91}" presName="conn2-1" presStyleLbl="parChTrans1D3" presStyleIdx="3" presStyleCnt="10"/>
      <dgm:spPr/>
    </dgm:pt>
    <dgm:pt modelId="{AD2AA421-3FF2-48B3-9170-EB8BF694C8AA}" type="pres">
      <dgm:prSet presAssocID="{43B8D834-150B-4E7C-9876-68ED23D82F91}" presName="connTx" presStyleLbl="parChTrans1D3" presStyleIdx="3" presStyleCnt="10"/>
      <dgm:spPr/>
    </dgm:pt>
    <dgm:pt modelId="{91DDDE42-83B0-4D4E-AF92-39BCA2C55041}" type="pres">
      <dgm:prSet presAssocID="{8537B3F5-2696-4CC5-BB34-71A9D9765DB0}" presName="root2" presStyleCnt="0"/>
      <dgm:spPr/>
    </dgm:pt>
    <dgm:pt modelId="{6698696B-2965-4FA6-B97F-186DC917FF3C}" type="pres">
      <dgm:prSet presAssocID="{8537B3F5-2696-4CC5-BB34-71A9D9765DB0}" presName="LevelTwoTextNode" presStyleLbl="node3" presStyleIdx="3" presStyleCnt="10" custScaleX="260612">
        <dgm:presLayoutVars>
          <dgm:chPref val="3"/>
        </dgm:presLayoutVars>
      </dgm:prSet>
      <dgm:spPr/>
    </dgm:pt>
    <dgm:pt modelId="{7585DED0-2E2B-408B-9C25-A5452617C7F7}" type="pres">
      <dgm:prSet presAssocID="{8537B3F5-2696-4CC5-BB34-71A9D9765DB0}" presName="level3hierChild" presStyleCnt="0"/>
      <dgm:spPr/>
    </dgm:pt>
    <dgm:pt modelId="{8CD80F87-AECF-40C0-9847-E7961DD1DFDC}" type="pres">
      <dgm:prSet presAssocID="{4B2360FC-4A23-4349-A584-041111DDA91F}" presName="root1" presStyleCnt="0"/>
      <dgm:spPr/>
    </dgm:pt>
    <dgm:pt modelId="{CFAC0C71-E904-4465-9540-EAF6DE0E2232}" type="pres">
      <dgm:prSet presAssocID="{4B2360FC-4A23-4349-A584-041111DDA91F}" presName="LevelOneTextNode" presStyleLbl="node0" presStyleIdx="1" presStyleCnt="2" custScaleX="185970">
        <dgm:presLayoutVars>
          <dgm:chPref val="3"/>
        </dgm:presLayoutVars>
      </dgm:prSet>
      <dgm:spPr/>
    </dgm:pt>
    <dgm:pt modelId="{1EBA2CF8-E8B4-4B51-B6E8-29F5C1FE25C2}" type="pres">
      <dgm:prSet presAssocID="{4B2360FC-4A23-4349-A584-041111DDA91F}" presName="level2hierChild" presStyleCnt="0"/>
      <dgm:spPr/>
    </dgm:pt>
    <dgm:pt modelId="{5BAA9F86-2F53-4FF2-82F9-3ED009F2718A}" type="pres">
      <dgm:prSet presAssocID="{6EF6F811-5C12-4E07-BFAD-FDE020B1E30D}" presName="conn2-1" presStyleLbl="parChTrans1D2" presStyleIdx="2" presStyleCnt="4"/>
      <dgm:spPr/>
    </dgm:pt>
    <dgm:pt modelId="{6374762E-E369-4C66-B352-771B5C73B645}" type="pres">
      <dgm:prSet presAssocID="{6EF6F811-5C12-4E07-BFAD-FDE020B1E30D}" presName="connTx" presStyleLbl="parChTrans1D2" presStyleIdx="2" presStyleCnt="4"/>
      <dgm:spPr/>
    </dgm:pt>
    <dgm:pt modelId="{819E8E80-A0A9-412A-B09B-30F10456B593}" type="pres">
      <dgm:prSet presAssocID="{55FD7110-C4CC-47B1-941D-9E245714C2DD}" presName="root2" presStyleCnt="0"/>
      <dgm:spPr/>
    </dgm:pt>
    <dgm:pt modelId="{A3F0FCF8-83F1-4442-AA66-9DE5956E9A6A}" type="pres">
      <dgm:prSet presAssocID="{55FD7110-C4CC-47B1-941D-9E245714C2DD}" presName="LevelTwoTextNode" presStyleLbl="node2" presStyleIdx="2" presStyleCnt="4" custScaleX="223382">
        <dgm:presLayoutVars>
          <dgm:chPref val="3"/>
        </dgm:presLayoutVars>
      </dgm:prSet>
      <dgm:spPr/>
    </dgm:pt>
    <dgm:pt modelId="{B5C5455C-7317-4BFD-B1D6-B057099C1955}" type="pres">
      <dgm:prSet presAssocID="{55FD7110-C4CC-47B1-941D-9E245714C2DD}" presName="level3hierChild" presStyleCnt="0"/>
      <dgm:spPr/>
    </dgm:pt>
    <dgm:pt modelId="{F4980D84-16A4-4E2F-ACCB-2ACF0ABFA2F8}" type="pres">
      <dgm:prSet presAssocID="{6B9F4DE1-FACC-4BF9-9A9A-20AE0E4A8879}" presName="conn2-1" presStyleLbl="parChTrans1D3" presStyleIdx="4" presStyleCnt="10"/>
      <dgm:spPr/>
    </dgm:pt>
    <dgm:pt modelId="{E8673748-CBF2-449F-9651-9781872B45D9}" type="pres">
      <dgm:prSet presAssocID="{6B9F4DE1-FACC-4BF9-9A9A-20AE0E4A8879}" presName="connTx" presStyleLbl="parChTrans1D3" presStyleIdx="4" presStyleCnt="10"/>
      <dgm:spPr/>
    </dgm:pt>
    <dgm:pt modelId="{1C7BF9CA-4A07-4AC5-B3F4-CAF87711364B}" type="pres">
      <dgm:prSet presAssocID="{426E1076-CDE8-46E0-A307-5DF887249423}" presName="root2" presStyleCnt="0"/>
      <dgm:spPr/>
    </dgm:pt>
    <dgm:pt modelId="{817127E6-97ED-4915-9855-ACD4D8C9D3AC}" type="pres">
      <dgm:prSet presAssocID="{426E1076-CDE8-46E0-A307-5DF887249423}" presName="LevelTwoTextNode" presStyleLbl="node3" presStyleIdx="4" presStyleCnt="10" custScaleX="260612">
        <dgm:presLayoutVars>
          <dgm:chPref val="3"/>
        </dgm:presLayoutVars>
      </dgm:prSet>
      <dgm:spPr/>
    </dgm:pt>
    <dgm:pt modelId="{4D39E386-309E-427A-8CF8-E50E73ED1461}" type="pres">
      <dgm:prSet presAssocID="{426E1076-CDE8-46E0-A307-5DF887249423}" presName="level3hierChild" presStyleCnt="0"/>
      <dgm:spPr/>
    </dgm:pt>
    <dgm:pt modelId="{067ABCF1-BC3D-4B18-9151-27EFD3C3D053}" type="pres">
      <dgm:prSet presAssocID="{939DE4A3-94FE-47CA-BD1E-2285F5AA6D18}" presName="conn2-1" presStyleLbl="parChTrans1D3" presStyleIdx="5" presStyleCnt="10"/>
      <dgm:spPr/>
    </dgm:pt>
    <dgm:pt modelId="{895CB550-AF15-49B5-A24F-EB8343BDF637}" type="pres">
      <dgm:prSet presAssocID="{939DE4A3-94FE-47CA-BD1E-2285F5AA6D18}" presName="connTx" presStyleLbl="parChTrans1D3" presStyleIdx="5" presStyleCnt="10"/>
      <dgm:spPr/>
    </dgm:pt>
    <dgm:pt modelId="{88B0F864-C75A-4E54-9224-EF89F688BB0A}" type="pres">
      <dgm:prSet presAssocID="{776F0357-7CE0-4833-A6B2-2FFBB1B41AA4}" presName="root2" presStyleCnt="0"/>
      <dgm:spPr/>
    </dgm:pt>
    <dgm:pt modelId="{675AE7D5-F49C-48F4-86F5-F51C143E5AE9}" type="pres">
      <dgm:prSet presAssocID="{776F0357-7CE0-4833-A6B2-2FFBB1B41AA4}" presName="LevelTwoTextNode" presStyleLbl="node3" presStyleIdx="5" presStyleCnt="10" custScaleX="260612">
        <dgm:presLayoutVars>
          <dgm:chPref val="3"/>
        </dgm:presLayoutVars>
      </dgm:prSet>
      <dgm:spPr/>
    </dgm:pt>
    <dgm:pt modelId="{169540D0-CB83-40B9-AB48-954F59650325}" type="pres">
      <dgm:prSet presAssocID="{776F0357-7CE0-4833-A6B2-2FFBB1B41AA4}" presName="level3hierChild" presStyleCnt="0"/>
      <dgm:spPr/>
    </dgm:pt>
    <dgm:pt modelId="{733F6A0C-865D-4EC8-8604-C1740B1228AD}" type="pres">
      <dgm:prSet presAssocID="{F5DBB0C2-370D-4CFA-AADB-FAF989F1BA9E}" presName="conn2-1" presStyleLbl="parChTrans1D3" presStyleIdx="6" presStyleCnt="10"/>
      <dgm:spPr/>
    </dgm:pt>
    <dgm:pt modelId="{4CD3D14A-9F7C-47FF-AC23-988FC07BA706}" type="pres">
      <dgm:prSet presAssocID="{F5DBB0C2-370D-4CFA-AADB-FAF989F1BA9E}" presName="connTx" presStyleLbl="parChTrans1D3" presStyleIdx="6" presStyleCnt="10"/>
      <dgm:spPr/>
    </dgm:pt>
    <dgm:pt modelId="{1C7CBF30-63FD-4710-827F-F8C232D9B0B7}" type="pres">
      <dgm:prSet presAssocID="{D86895AC-038C-4D0B-A505-7245EFFF8A96}" presName="root2" presStyleCnt="0"/>
      <dgm:spPr/>
    </dgm:pt>
    <dgm:pt modelId="{87D7957F-DA95-4246-88CF-807380FAD9A4}" type="pres">
      <dgm:prSet presAssocID="{D86895AC-038C-4D0B-A505-7245EFFF8A96}" presName="LevelTwoTextNode" presStyleLbl="node3" presStyleIdx="6" presStyleCnt="10" custScaleX="260612">
        <dgm:presLayoutVars>
          <dgm:chPref val="3"/>
        </dgm:presLayoutVars>
      </dgm:prSet>
      <dgm:spPr/>
    </dgm:pt>
    <dgm:pt modelId="{EBBC5452-91DF-4230-9263-CC2E79F15879}" type="pres">
      <dgm:prSet presAssocID="{D86895AC-038C-4D0B-A505-7245EFFF8A96}" presName="level3hierChild" presStyleCnt="0"/>
      <dgm:spPr/>
    </dgm:pt>
    <dgm:pt modelId="{A1E44A07-007E-4AB2-A566-20B25A999380}" type="pres">
      <dgm:prSet presAssocID="{55F84B5D-F96F-48A3-AEF1-9A10B34BF33D}" presName="conn2-1" presStyleLbl="parChTrans1D2" presStyleIdx="3" presStyleCnt="4"/>
      <dgm:spPr/>
    </dgm:pt>
    <dgm:pt modelId="{18990E00-B8AD-453C-8C02-B9E8DE06CE71}" type="pres">
      <dgm:prSet presAssocID="{55F84B5D-F96F-48A3-AEF1-9A10B34BF33D}" presName="connTx" presStyleLbl="parChTrans1D2" presStyleIdx="3" presStyleCnt="4"/>
      <dgm:spPr/>
    </dgm:pt>
    <dgm:pt modelId="{EAD341B2-1272-4D6A-BEA8-32AEA23F079D}" type="pres">
      <dgm:prSet presAssocID="{9FE94BA1-1EA7-4F46-8D7A-A47CDDCCC5CA}" presName="root2" presStyleCnt="0"/>
      <dgm:spPr/>
    </dgm:pt>
    <dgm:pt modelId="{8D792BE3-43E8-4D88-814A-E21863B60C4C}" type="pres">
      <dgm:prSet presAssocID="{9FE94BA1-1EA7-4F46-8D7A-A47CDDCCC5CA}" presName="LevelTwoTextNode" presStyleLbl="node2" presStyleIdx="3" presStyleCnt="4" custScaleX="223382">
        <dgm:presLayoutVars>
          <dgm:chPref val="3"/>
        </dgm:presLayoutVars>
      </dgm:prSet>
      <dgm:spPr/>
    </dgm:pt>
    <dgm:pt modelId="{157DA2B3-1492-4B7F-A2B1-2BC7035EF26E}" type="pres">
      <dgm:prSet presAssocID="{9FE94BA1-1EA7-4F46-8D7A-A47CDDCCC5CA}" presName="level3hierChild" presStyleCnt="0"/>
      <dgm:spPr/>
    </dgm:pt>
    <dgm:pt modelId="{FD8C821B-3CB5-4286-B1C2-3ED70481AD9B}" type="pres">
      <dgm:prSet presAssocID="{7E65A79E-7DCC-4575-9A47-7A231D0BE84F}" presName="conn2-1" presStyleLbl="parChTrans1D3" presStyleIdx="7" presStyleCnt="10"/>
      <dgm:spPr/>
    </dgm:pt>
    <dgm:pt modelId="{3244C851-7FDF-4BB1-AFB2-37B7B93B4A1A}" type="pres">
      <dgm:prSet presAssocID="{7E65A79E-7DCC-4575-9A47-7A231D0BE84F}" presName="connTx" presStyleLbl="parChTrans1D3" presStyleIdx="7" presStyleCnt="10"/>
      <dgm:spPr/>
    </dgm:pt>
    <dgm:pt modelId="{C09D1D89-A81D-4129-A167-13E3703AD1F8}" type="pres">
      <dgm:prSet presAssocID="{391C413C-FCF9-46F7-8DF8-2D66DF86DC89}" presName="root2" presStyleCnt="0"/>
      <dgm:spPr/>
    </dgm:pt>
    <dgm:pt modelId="{E4CF93C6-C0E5-4AC5-A3A6-BE166DFCC51B}" type="pres">
      <dgm:prSet presAssocID="{391C413C-FCF9-46F7-8DF8-2D66DF86DC89}" presName="LevelTwoTextNode" presStyleLbl="node3" presStyleIdx="7" presStyleCnt="10" custScaleX="260612">
        <dgm:presLayoutVars>
          <dgm:chPref val="3"/>
        </dgm:presLayoutVars>
      </dgm:prSet>
      <dgm:spPr/>
    </dgm:pt>
    <dgm:pt modelId="{ADD57C2B-D28B-4DE5-B2A4-B7BEC5C64F52}" type="pres">
      <dgm:prSet presAssocID="{391C413C-FCF9-46F7-8DF8-2D66DF86DC89}" presName="level3hierChild" presStyleCnt="0"/>
      <dgm:spPr/>
    </dgm:pt>
    <dgm:pt modelId="{DCA89DF2-A8EC-4172-8C5E-CDBE2961A251}" type="pres">
      <dgm:prSet presAssocID="{5B085021-6D1B-4814-8230-15A608934B3D}" presName="conn2-1" presStyleLbl="parChTrans1D3" presStyleIdx="8" presStyleCnt="10"/>
      <dgm:spPr/>
    </dgm:pt>
    <dgm:pt modelId="{4CF5F001-DE41-41C4-B0B0-BF1588AD2664}" type="pres">
      <dgm:prSet presAssocID="{5B085021-6D1B-4814-8230-15A608934B3D}" presName="connTx" presStyleLbl="parChTrans1D3" presStyleIdx="8" presStyleCnt="10"/>
      <dgm:spPr/>
    </dgm:pt>
    <dgm:pt modelId="{01406BBD-FFF2-46DD-9A52-9E5F06082BD0}" type="pres">
      <dgm:prSet presAssocID="{B775E025-3A48-48C6-B280-6FB2EAFE22C5}" presName="root2" presStyleCnt="0"/>
      <dgm:spPr/>
    </dgm:pt>
    <dgm:pt modelId="{F777AF1C-0F49-47AA-8F40-02B31720685D}" type="pres">
      <dgm:prSet presAssocID="{B775E025-3A48-48C6-B280-6FB2EAFE22C5}" presName="LevelTwoTextNode" presStyleLbl="node3" presStyleIdx="8" presStyleCnt="10" custScaleX="260612">
        <dgm:presLayoutVars>
          <dgm:chPref val="3"/>
        </dgm:presLayoutVars>
      </dgm:prSet>
      <dgm:spPr/>
    </dgm:pt>
    <dgm:pt modelId="{C0F57065-02C2-4A5F-911A-C56BC664E5AE}" type="pres">
      <dgm:prSet presAssocID="{B775E025-3A48-48C6-B280-6FB2EAFE22C5}" presName="level3hierChild" presStyleCnt="0"/>
      <dgm:spPr/>
    </dgm:pt>
    <dgm:pt modelId="{51E8A53B-9A66-48C8-94A6-367796CA0185}" type="pres">
      <dgm:prSet presAssocID="{53DD24F8-9C6F-4268-B0DE-D66DE7F4B9ED}" presName="conn2-1" presStyleLbl="parChTrans1D3" presStyleIdx="9" presStyleCnt="10"/>
      <dgm:spPr/>
    </dgm:pt>
    <dgm:pt modelId="{1E1ECC76-B063-430F-8F3C-D68002B6FA6F}" type="pres">
      <dgm:prSet presAssocID="{53DD24F8-9C6F-4268-B0DE-D66DE7F4B9ED}" presName="connTx" presStyleLbl="parChTrans1D3" presStyleIdx="9" presStyleCnt="10"/>
      <dgm:spPr/>
    </dgm:pt>
    <dgm:pt modelId="{234C29F3-E91F-4EF4-9BB7-4FA1A7FAE5F1}" type="pres">
      <dgm:prSet presAssocID="{0CDA1B47-8955-4CBA-A70C-DFDDCD7E58F0}" presName="root2" presStyleCnt="0"/>
      <dgm:spPr/>
    </dgm:pt>
    <dgm:pt modelId="{B3C40D35-4940-4025-8AF4-B4F510EB1295}" type="pres">
      <dgm:prSet presAssocID="{0CDA1B47-8955-4CBA-A70C-DFDDCD7E58F0}" presName="LevelTwoTextNode" presStyleLbl="node3" presStyleIdx="9" presStyleCnt="10" custScaleX="260612">
        <dgm:presLayoutVars>
          <dgm:chPref val="3"/>
        </dgm:presLayoutVars>
      </dgm:prSet>
      <dgm:spPr/>
    </dgm:pt>
    <dgm:pt modelId="{AF4F19B7-9D07-4463-AEB2-511028CAF70E}" type="pres">
      <dgm:prSet presAssocID="{0CDA1B47-8955-4CBA-A70C-DFDDCD7E58F0}" presName="level3hierChild" presStyleCnt="0"/>
      <dgm:spPr/>
    </dgm:pt>
  </dgm:ptLst>
  <dgm:cxnLst>
    <dgm:cxn modelId="{6F522603-C887-4B92-B585-526DDB016201}" type="presOf" srcId="{43062B80-831D-4066-837F-D871B1EFE84A}" destId="{EF309B74-9001-484A-9BE5-7E4E7385F0FE}" srcOrd="0" destOrd="0" presId="urn:microsoft.com/office/officeart/2005/8/layout/hierarchy2"/>
    <dgm:cxn modelId="{EAF39804-CB8F-48FB-9B3B-7D1F98AFEB54}" type="presOf" srcId="{43B8D834-150B-4E7C-9876-68ED23D82F91}" destId="{AD2AA421-3FF2-48B3-9170-EB8BF694C8AA}" srcOrd="1" destOrd="0" presId="urn:microsoft.com/office/officeart/2005/8/layout/hierarchy2"/>
    <dgm:cxn modelId="{0B427C05-3E91-43E0-89F2-D62C2CC1AF61}" type="presOf" srcId="{4F1B182C-4B0F-4091-B385-F9C6F4D04162}" destId="{9C97835D-3F50-4146-A385-23A04EBF2B27}" srcOrd="0" destOrd="0" presId="urn:microsoft.com/office/officeart/2005/8/layout/hierarchy2"/>
    <dgm:cxn modelId="{20604408-1D2A-45DB-98B9-2A4722D7CBDC}" srcId="{4B2360FC-4A23-4349-A584-041111DDA91F}" destId="{9FE94BA1-1EA7-4F46-8D7A-A47CDDCCC5CA}" srcOrd="1" destOrd="0" parTransId="{55F84B5D-F96F-48A3-AEF1-9A10B34BF33D}" sibTransId="{66FF6C3E-52C5-4ECC-8A3C-2A67A5E3F32E}"/>
    <dgm:cxn modelId="{6639630D-54DC-443C-8345-A0DCC9B6D893}" type="presOf" srcId="{D139B5E0-068E-4520-A323-4AAD4E86247A}" destId="{E51D475E-A50A-411F-ACC7-73D30C60B4E3}" srcOrd="0" destOrd="0" presId="urn:microsoft.com/office/officeart/2005/8/layout/hierarchy2"/>
    <dgm:cxn modelId="{D31DA20E-ADCB-43C4-A9F4-C5011D292B32}" srcId="{8C4548F3-AE06-4FBE-AE26-FD638333FF2C}" destId="{96B017A2-2B9A-4A0B-A796-9DB9418113AE}" srcOrd="1" destOrd="0" parTransId="{4F1B182C-4B0F-4091-B385-F9C6F4D04162}" sibTransId="{F88A9BCE-7075-4315-B648-4DA53191FB55}"/>
    <dgm:cxn modelId="{1CB22615-7A47-471E-BA6A-8260E33DB527}" type="presOf" srcId="{B775E025-3A48-48C6-B280-6FB2EAFE22C5}" destId="{F777AF1C-0F49-47AA-8F40-02B31720685D}" srcOrd="0" destOrd="0" presId="urn:microsoft.com/office/officeart/2005/8/layout/hierarchy2"/>
    <dgm:cxn modelId="{72628A16-61DC-409B-855C-04642D7BAE72}" type="presOf" srcId="{3170B9A6-D7B2-48CB-8989-16CC2741CDB8}" destId="{0E684CBF-E73A-4122-9502-B601CBF03E03}" srcOrd="0" destOrd="0" presId="urn:microsoft.com/office/officeart/2005/8/layout/hierarchy2"/>
    <dgm:cxn modelId="{B41F7C1C-9741-4AC4-94B5-7F8E987DD689}" type="presOf" srcId="{9FE94BA1-1EA7-4F46-8D7A-A47CDDCCC5CA}" destId="{8D792BE3-43E8-4D88-814A-E21863B60C4C}" srcOrd="0" destOrd="0" presId="urn:microsoft.com/office/officeart/2005/8/layout/hierarchy2"/>
    <dgm:cxn modelId="{063F8B1F-3F7F-4813-B192-385403666194}" type="presOf" srcId="{426E1076-CDE8-46E0-A307-5DF887249423}" destId="{817127E6-97ED-4915-9855-ACD4D8C9D3AC}" srcOrd="0" destOrd="0" presId="urn:microsoft.com/office/officeart/2005/8/layout/hierarchy2"/>
    <dgm:cxn modelId="{EBAE2A23-561E-4344-8943-E757B0D40F6C}" type="presOf" srcId="{4B2360FC-4A23-4349-A584-041111DDA91F}" destId="{CFAC0C71-E904-4465-9540-EAF6DE0E2232}" srcOrd="0" destOrd="0" presId="urn:microsoft.com/office/officeart/2005/8/layout/hierarchy2"/>
    <dgm:cxn modelId="{6D402224-8AA2-48E9-9C0F-49BC4E6D99E8}" type="presOf" srcId="{4F1B182C-4B0F-4091-B385-F9C6F4D04162}" destId="{4FA366D6-1DE2-419B-B438-DD36239797D6}" srcOrd="1" destOrd="0" presId="urn:microsoft.com/office/officeart/2005/8/layout/hierarchy2"/>
    <dgm:cxn modelId="{0D9B362B-1015-48A8-940B-7BF3CD5ECCB0}" srcId="{3170B9A6-D7B2-48CB-8989-16CC2741CDB8}" destId="{4B2360FC-4A23-4349-A584-041111DDA91F}" srcOrd="1" destOrd="0" parTransId="{F2305AA3-2C27-4B8C-A94B-A27411D1EA4D}" sibTransId="{242ADC73-5D17-4CDB-A892-31238B9D7FF4}"/>
    <dgm:cxn modelId="{CC4FC22C-8E11-4459-854C-193D695626EF}" type="presOf" srcId="{96B017A2-2B9A-4A0B-A796-9DB9418113AE}" destId="{381530F6-2213-440E-BAD0-430311082A8B}" srcOrd="0" destOrd="0" presId="urn:microsoft.com/office/officeart/2005/8/layout/hierarchy2"/>
    <dgm:cxn modelId="{0DC9602F-B2D5-4FF9-9BB4-8BF2C6D3E4B8}" type="presOf" srcId="{2DFFBC96-A483-4867-829B-BCBFB194A718}" destId="{B5D4B4C8-FE9C-464B-8386-56626A6E5A6D}" srcOrd="0" destOrd="0" presId="urn:microsoft.com/office/officeart/2005/8/layout/hierarchy2"/>
    <dgm:cxn modelId="{C82D672F-52D2-42E1-A029-59B9F6FF4032}" type="presOf" srcId="{939DE4A3-94FE-47CA-BD1E-2285F5AA6D18}" destId="{895CB550-AF15-49B5-A24F-EB8343BDF637}" srcOrd="1" destOrd="0" presId="urn:microsoft.com/office/officeart/2005/8/layout/hierarchy2"/>
    <dgm:cxn modelId="{7895A82F-499F-4401-AB0E-1C9DC4513CAE}" srcId="{55FD7110-C4CC-47B1-941D-9E245714C2DD}" destId="{426E1076-CDE8-46E0-A307-5DF887249423}" srcOrd="0" destOrd="0" parTransId="{6B9F4DE1-FACC-4BF9-9A9A-20AE0E4A8879}" sibTransId="{7C603766-875F-4B6E-BED0-28E4F8234346}"/>
    <dgm:cxn modelId="{A2F3EA3D-0AEF-424C-8D96-B54058BC9B24}" type="presOf" srcId="{53DD24F8-9C6F-4268-B0DE-D66DE7F4B9ED}" destId="{1E1ECC76-B063-430F-8F3C-D68002B6FA6F}" srcOrd="1" destOrd="0" presId="urn:microsoft.com/office/officeart/2005/8/layout/hierarchy2"/>
    <dgm:cxn modelId="{50E10240-75BD-49E0-A055-609FAB54DC24}" type="presOf" srcId="{55F84B5D-F96F-48A3-AEF1-9A10B34BF33D}" destId="{A1E44A07-007E-4AB2-A566-20B25A999380}" srcOrd="0" destOrd="0" presId="urn:microsoft.com/office/officeart/2005/8/layout/hierarchy2"/>
    <dgm:cxn modelId="{8111F75B-C260-4255-A31C-2378B7240F6A}" type="presOf" srcId="{F5DBB0C2-370D-4CFA-AADB-FAF989F1BA9E}" destId="{4CD3D14A-9F7C-47FF-AC23-988FC07BA706}" srcOrd="1" destOrd="0" presId="urn:microsoft.com/office/officeart/2005/8/layout/hierarchy2"/>
    <dgm:cxn modelId="{2887395E-BAED-4115-B660-4D7AA4F1BD92}" type="presOf" srcId="{90D22336-370F-499C-85E0-0091425FF14A}" destId="{1B0D5E43-B921-417C-B214-2F49EBD8B06C}" srcOrd="1" destOrd="0" presId="urn:microsoft.com/office/officeart/2005/8/layout/hierarchy2"/>
    <dgm:cxn modelId="{F7952061-1B0A-4754-BFA1-B29A2842E82E}" srcId="{1F14914A-D43F-461D-9259-2A50031A8DC1}" destId="{8C4548F3-AE06-4FBE-AE26-FD638333FF2C}" srcOrd="0" destOrd="0" parTransId="{2DFFBC96-A483-4867-829B-BCBFB194A718}" sibTransId="{0BAC27E1-03AB-47B6-86A6-49FB70F98D82}"/>
    <dgm:cxn modelId="{82C99561-2440-4F60-A747-F2E656B6AE6A}" srcId="{8C4548F3-AE06-4FBE-AE26-FD638333FF2C}" destId="{D139B5E0-068E-4520-A323-4AAD4E86247A}" srcOrd="2" destOrd="0" parTransId="{656810FC-17DF-4F97-A8FE-E9A2F4F3AAF5}" sibTransId="{2B39D770-F121-48B9-9F52-1C77837B421C}"/>
    <dgm:cxn modelId="{EB86FE61-ECBC-4E8C-A69F-E8B0D20D151E}" srcId="{43062B80-831D-4066-837F-D871B1EFE84A}" destId="{8537B3F5-2696-4CC5-BB34-71A9D9765DB0}" srcOrd="0" destOrd="0" parTransId="{43B8D834-150B-4E7C-9876-68ED23D82F91}" sibTransId="{2F58C6AC-E7DF-480A-B813-7E1DD123F068}"/>
    <dgm:cxn modelId="{4ABB9A45-3F14-412E-AB55-C6481131FA06}" type="presOf" srcId="{43B8D834-150B-4E7C-9876-68ED23D82F91}" destId="{67C0150A-8FFF-4529-807C-ACFCD492EFFC}" srcOrd="0" destOrd="0" presId="urn:microsoft.com/office/officeart/2005/8/layout/hierarchy2"/>
    <dgm:cxn modelId="{A4CC2C66-DB66-4E41-8C98-D1B339B4CBA8}" srcId="{4B2360FC-4A23-4349-A584-041111DDA91F}" destId="{55FD7110-C4CC-47B1-941D-9E245714C2DD}" srcOrd="0" destOrd="0" parTransId="{6EF6F811-5C12-4E07-BFAD-FDE020B1E30D}" sibTransId="{2034A759-E835-4449-8CD8-B4141B8D3431}"/>
    <dgm:cxn modelId="{0FDEFE4B-0B3C-4759-9E91-10D80E549B92}" srcId="{8C4548F3-AE06-4FBE-AE26-FD638333FF2C}" destId="{EA8734FA-74CB-4691-8EB5-5BB1EA981184}" srcOrd="0" destOrd="0" parTransId="{90D22336-370F-499C-85E0-0091425FF14A}" sibTransId="{CF83B7A9-BDC7-451D-B96F-8BBA715044DF}"/>
    <dgm:cxn modelId="{85BB2E6D-6F24-4E0B-8011-ECEB7849A294}" type="presOf" srcId="{5B085021-6D1B-4814-8230-15A608934B3D}" destId="{DCA89DF2-A8EC-4172-8C5E-CDBE2961A251}" srcOrd="0" destOrd="0" presId="urn:microsoft.com/office/officeart/2005/8/layout/hierarchy2"/>
    <dgm:cxn modelId="{DE30396F-31AC-41F5-9635-C55FD00DEC03}" type="presOf" srcId="{6EF6F811-5C12-4E07-BFAD-FDE020B1E30D}" destId="{5BAA9F86-2F53-4FF2-82F9-3ED009F2718A}" srcOrd="0" destOrd="0" presId="urn:microsoft.com/office/officeart/2005/8/layout/hierarchy2"/>
    <dgm:cxn modelId="{607AD575-85DB-4FB3-978E-1B0B799DEEF8}" srcId="{9FE94BA1-1EA7-4F46-8D7A-A47CDDCCC5CA}" destId="{0CDA1B47-8955-4CBA-A70C-DFDDCD7E58F0}" srcOrd="2" destOrd="0" parTransId="{53DD24F8-9C6F-4268-B0DE-D66DE7F4B9ED}" sibTransId="{2FC4C000-E98C-40F1-BE38-3F5C2AB1EB8D}"/>
    <dgm:cxn modelId="{BA0A7379-7914-46D5-B9A5-CEBF038B9323}" type="presOf" srcId="{391C413C-FCF9-46F7-8DF8-2D66DF86DC89}" destId="{E4CF93C6-C0E5-4AC5-A3A6-BE166DFCC51B}" srcOrd="0" destOrd="0" presId="urn:microsoft.com/office/officeart/2005/8/layout/hierarchy2"/>
    <dgm:cxn modelId="{40D38379-6447-4DF1-A85A-F480F4D3CF38}" type="presOf" srcId="{0525E081-584E-40D3-A874-94691F59CA92}" destId="{554BE88F-596A-41F8-9D00-7290A2D1BD66}" srcOrd="1" destOrd="0" presId="urn:microsoft.com/office/officeart/2005/8/layout/hierarchy2"/>
    <dgm:cxn modelId="{3BF3A059-AAAD-4BB1-84B5-B124CF064107}" type="presOf" srcId="{EA8734FA-74CB-4691-8EB5-5BB1EA981184}" destId="{D2FCAD3C-A6C4-4833-A368-9AA4EFFCD73E}" srcOrd="0" destOrd="0" presId="urn:microsoft.com/office/officeart/2005/8/layout/hierarchy2"/>
    <dgm:cxn modelId="{FB1FCC5A-7DF3-46BF-AA92-AAF2B27D3F77}" srcId="{9FE94BA1-1EA7-4F46-8D7A-A47CDDCCC5CA}" destId="{B775E025-3A48-48C6-B280-6FB2EAFE22C5}" srcOrd="1" destOrd="0" parTransId="{5B085021-6D1B-4814-8230-15A608934B3D}" sibTransId="{531F5E29-D3C6-443A-A4FE-738393A96F07}"/>
    <dgm:cxn modelId="{BA78377B-20EB-4D55-B3EE-6F6826A05CF6}" type="presOf" srcId="{7E65A79E-7DCC-4575-9A47-7A231D0BE84F}" destId="{3244C851-7FDF-4BB1-AFB2-37B7B93B4A1A}" srcOrd="1" destOrd="0" presId="urn:microsoft.com/office/officeart/2005/8/layout/hierarchy2"/>
    <dgm:cxn modelId="{17B52983-CBCE-42DB-AC8B-A78279967124}" srcId="{55FD7110-C4CC-47B1-941D-9E245714C2DD}" destId="{D86895AC-038C-4D0B-A505-7245EFFF8A96}" srcOrd="2" destOrd="0" parTransId="{F5DBB0C2-370D-4CFA-AADB-FAF989F1BA9E}" sibTransId="{57AD2193-E6CC-49A7-8E5C-C2E669975274}"/>
    <dgm:cxn modelId="{1F283091-9C0B-42CB-A66A-7B3212C79890}" type="presOf" srcId="{7E65A79E-7DCC-4575-9A47-7A231D0BE84F}" destId="{FD8C821B-3CB5-4286-B1C2-3ED70481AD9B}" srcOrd="0" destOrd="0" presId="urn:microsoft.com/office/officeart/2005/8/layout/hierarchy2"/>
    <dgm:cxn modelId="{BD6CD192-14D9-4525-A437-B30C60B0A726}" srcId="{1F14914A-D43F-461D-9259-2A50031A8DC1}" destId="{43062B80-831D-4066-837F-D871B1EFE84A}" srcOrd="1" destOrd="0" parTransId="{0525E081-584E-40D3-A874-94691F59CA92}" sibTransId="{143276D8-0D65-41DA-A551-710963363292}"/>
    <dgm:cxn modelId="{A2DCDB99-A8CB-4C15-A0BB-C088E1FEF6C6}" type="presOf" srcId="{656810FC-17DF-4F97-A8FE-E9A2F4F3AAF5}" destId="{0CE4476C-94F4-414A-9E46-4F809E3D24A4}" srcOrd="0" destOrd="0" presId="urn:microsoft.com/office/officeart/2005/8/layout/hierarchy2"/>
    <dgm:cxn modelId="{7FC7FE99-ADB1-464F-9C53-FBB73CCA5C97}" type="presOf" srcId="{6B9F4DE1-FACC-4BF9-9A9A-20AE0E4A8879}" destId="{E8673748-CBF2-449F-9651-9781872B45D9}" srcOrd="1" destOrd="0" presId="urn:microsoft.com/office/officeart/2005/8/layout/hierarchy2"/>
    <dgm:cxn modelId="{C84570A1-7ED1-4F21-96FC-1B2DECF6D0F6}" type="presOf" srcId="{F5DBB0C2-370D-4CFA-AADB-FAF989F1BA9E}" destId="{733F6A0C-865D-4EC8-8604-C1740B1228AD}" srcOrd="0" destOrd="0" presId="urn:microsoft.com/office/officeart/2005/8/layout/hierarchy2"/>
    <dgm:cxn modelId="{9EE99CAA-CACC-4079-81F9-8F92FCE6FEDA}" type="presOf" srcId="{1F14914A-D43F-461D-9259-2A50031A8DC1}" destId="{710EA031-62C7-47AC-8107-1B8EFF4FAB51}" srcOrd="0" destOrd="0" presId="urn:microsoft.com/office/officeart/2005/8/layout/hierarchy2"/>
    <dgm:cxn modelId="{89D440AB-7777-4D91-B9F4-515343822E46}" srcId="{9FE94BA1-1EA7-4F46-8D7A-A47CDDCCC5CA}" destId="{391C413C-FCF9-46F7-8DF8-2D66DF86DC89}" srcOrd="0" destOrd="0" parTransId="{7E65A79E-7DCC-4575-9A47-7A231D0BE84F}" sibTransId="{1657D617-8B12-46E8-B725-7B73C6E6871A}"/>
    <dgm:cxn modelId="{34DF4FAB-1BB5-42BF-B9EE-282615B8D87E}" srcId="{3170B9A6-D7B2-48CB-8989-16CC2741CDB8}" destId="{1F14914A-D43F-461D-9259-2A50031A8DC1}" srcOrd="0" destOrd="0" parTransId="{64BA38B0-43D4-4704-AD45-639FB05D5D0E}" sibTransId="{1E897C8E-4D59-41D2-9515-C552BFF2F0B1}"/>
    <dgm:cxn modelId="{8B8867AC-8FF1-45C6-9300-7184ADB88236}" type="presOf" srcId="{90D22336-370F-499C-85E0-0091425FF14A}" destId="{46CC529D-2A3B-47CE-81E7-BC16D89F9CB0}" srcOrd="0" destOrd="0" presId="urn:microsoft.com/office/officeart/2005/8/layout/hierarchy2"/>
    <dgm:cxn modelId="{828736BB-EE0F-4CE5-8BBF-02D88FF36A0E}" type="presOf" srcId="{939DE4A3-94FE-47CA-BD1E-2285F5AA6D18}" destId="{067ABCF1-BC3D-4B18-9151-27EFD3C3D053}" srcOrd="0" destOrd="0" presId="urn:microsoft.com/office/officeart/2005/8/layout/hierarchy2"/>
    <dgm:cxn modelId="{52A9FEC7-5E11-4272-A27B-6758AB1F1DC6}" type="presOf" srcId="{776F0357-7CE0-4833-A6B2-2FFBB1B41AA4}" destId="{675AE7D5-F49C-48F4-86F5-F51C143E5AE9}" srcOrd="0" destOrd="0" presId="urn:microsoft.com/office/officeart/2005/8/layout/hierarchy2"/>
    <dgm:cxn modelId="{5B0181CA-60FD-4B6E-A5E5-652DFA907015}" type="presOf" srcId="{8537B3F5-2696-4CC5-BB34-71A9D9765DB0}" destId="{6698696B-2965-4FA6-B97F-186DC917FF3C}" srcOrd="0" destOrd="0" presId="urn:microsoft.com/office/officeart/2005/8/layout/hierarchy2"/>
    <dgm:cxn modelId="{16C567CE-A0B2-47AD-A0A9-3F64378D1F3B}" type="presOf" srcId="{0CDA1B47-8955-4CBA-A70C-DFDDCD7E58F0}" destId="{B3C40D35-4940-4025-8AF4-B4F510EB1295}" srcOrd="0" destOrd="0" presId="urn:microsoft.com/office/officeart/2005/8/layout/hierarchy2"/>
    <dgm:cxn modelId="{BCBAE1CE-AE4F-40FF-80D3-8D2F975F0A6A}" type="presOf" srcId="{8C4548F3-AE06-4FBE-AE26-FD638333FF2C}" destId="{C5CBE992-6A19-40D8-A3E7-70A81A1F89E4}" srcOrd="0" destOrd="0" presId="urn:microsoft.com/office/officeart/2005/8/layout/hierarchy2"/>
    <dgm:cxn modelId="{6FFE01D5-DF1E-454E-B5CC-FCD522424F46}" type="presOf" srcId="{D86895AC-038C-4D0B-A505-7245EFFF8A96}" destId="{87D7957F-DA95-4246-88CF-807380FAD9A4}" srcOrd="0" destOrd="0" presId="urn:microsoft.com/office/officeart/2005/8/layout/hierarchy2"/>
    <dgm:cxn modelId="{BFE422DE-6316-4728-9A22-2216D035D623}" type="presOf" srcId="{53DD24F8-9C6F-4268-B0DE-D66DE7F4B9ED}" destId="{51E8A53B-9A66-48C8-94A6-367796CA0185}" srcOrd="0" destOrd="0" presId="urn:microsoft.com/office/officeart/2005/8/layout/hierarchy2"/>
    <dgm:cxn modelId="{4C4C1FE2-71DE-4323-BA76-DC8122DC70B1}" type="presOf" srcId="{656810FC-17DF-4F97-A8FE-E9A2F4F3AAF5}" destId="{04E00818-5E1F-4C3C-B666-008E28F7074F}" srcOrd="1" destOrd="0" presId="urn:microsoft.com/office/officeart/2005/8/layout/hierarchy2"/>
    <dgm:cxn modelId="{942C3CE3-0692-464D-8581-D1F4B14704DC}" type="presOf" srcId="{6B9F4DE1-FACC-4BF9-9A9A-20AE0E4A8879}" destId="{F4980D84-16A4-4E2F-ACCB-2ACF0ABFA2F8}" srcOrd="0" destOrd="0" presId="urn:microsoft.com/office/officeart/2005/8/layout/hierarchy2"/>
    <dgm:cxn modelId="{3E4549E3-D71C-4430-B1D0-EFC08CFE35A3}" type="presOf" srcId="{2DFFBC96-A483-4867-829B-BCBFB194A718}" destId="{DB09B14D-4B32-4B09-A288-5C49941DC819}" srcOrd="1" destOrd="0" presId="urn:microsoft.com/office/officeart/2005/8/layout/hierarchy2"/>
    <dgm:cxn modelId="{FE5E19E5-0509-47E3-8371-8E63FEFD16E3}" srcId="{55FD7110-C4CC-47B1-941D-9E245714C2DD}" destId="{776F0357-7CE0-4833-A6B2-2FFBB1B41AA4}" srcOrd="1" destOrd="0" parTransId="{939DE4A3-94FE-47CA-BD1E-2285F5AA6D18}" sibTransId="{74179B3D-5DD1-4552-AD8C-49B4D84CFBB1}"/>
    <dgm:cxn modelId="{C09D90E7-F573-4E7D-BCFE-E4F5DBEBB615}" type="presOf" srcId="{55FD7110-C4CC-47B1-941D-9E245714C2DD}" destId="{A3F0FCF8-83F1-4442-AA66-9DE5956E9A6A}" srcOrd="0" destOrd="0" presId="urn:microsoft.com/office/officeart/2005/8/layout/hierarchy2"/>
    <dgm:cxn modelId="{3DF2E2ED-7B5A-4823-86DE-7F0E22CE9AAB}" type="presOf" srcId="{5B085021-6D1B-4814-8230-15A608934B3D}" destId="{4CF5F001-DE41-41C4-B0B0-BF1588AD2664}" srcOrd="1" destOrd="0" presId="urn:microsoft.com/office/officeart/2005/8/layout/hierarchy2"/>
    <dgm:cxn modelId="{6CB95EF4-E190-4145-BD46-399C26B19810}" type="presOf" srcId="{55F84B5D-F96F-48A3-AEF1-9A10B34BF33D}" destId="{18990E00-B8AD-453C-8C02-B9E8DE06CE71}" srcOrd="1" destOrd="0" presId="urn:microsoft.com/office/officeart/2005/8/layout/hierarchy2"/>
    <dgm:cxn modelId="{CAA606FC-C727-4C2E-95AB-92B9E072B462}" type="presOf" srcId="{0525E081-584E-40D3-A874-94691F59CA92}" destId="{7AEE0E62-1374-4A36-8A45-F999FA346614}" srcOrd="0" destOrd="0" presId="urn:microsoft.com/office/officeart/2005/8/layout/hierarchy2"/>
    <dgm:cxn modelId="{CE59D1FE-A6E5-40E9-AD9C-8B67B7AFD635}" type="presOf" srcId="{6EF6F811-5C12-4E07-BFAD-FDE020B1E30D}" destId="{6374762E-E369-4C66-B352-771B5C73B645}" srcOrd="1" destOrd="0" presId="urn:microsoft.com/office/officeart/2005/8/layout/hierarchy2"/>
    <dgm:cxn modelId="{BD52A622-4C54-4E82-ACE2-D29D878DB779}" type="presParOf" srcId="{0E684CBF-E73A-4122-9502-B601CBF03E03}" destId="{BC5FA6FC-B9AD-469F-BDC9-00D4CB8E4234}" srcOrd="0" destOrd="0" presId="urn:microsoft.com/office/officeart/2005/8/layout/hierarchy2"/>
    <dgm:cxn modelId="{F63FD34E-0956-4ECA-80C3-25757585C46F}" type="presParOf" srcId="{BC5FA6FC-B9AD-469F-BDC9-00D4CB8E4234}" destId="{710EA031-62C7-47AC-8107-1B8EFF4FAB51}" srcOrd="0" destOrd="0" presId="urn:microsoft.com/office/officeart/2005/8/layout/hierarchy2"/>
    <dgm:cxn modelId="{C49A7836-BAB9-4BCD-8B9E-0DF1DD5C2A0C}" type="presParOf" srcId="{BC5FA6FC-B9AD-469F-BDC9-00D4CB8E4234}" destId="{DE4E0071-E5BE-4A4E-9019-793EBF73C04C}" srcOrd="1" destOrd="0" presId="urn:microsoft.com/office/officeart/2005/8/layout/hierarchy2"/>
    <dgm:cxn modelId="{3A6019E6-8BFC-4404-AEDB-740CB681E806}" type="presParOf" srcId="{DE4E0071-E5BE-4A4E-9019-793EBF73C04C}" destId="{B5D4B4C8-FE9C-464B-8386-56626A6E5A6D}" srcOrd="0" destOrd="0" presId="urn:microsoft.com/office/officeart/2005/8/layout/hierarchy2"/>
    <dgm:cxn modelId="{AF04B541-9E25-4209-A5E8-C247B5B91952}" type="presParOf" srcId="{B5D4B4C8-FE9C-464B-8386-56626A6E5A6D}" destId="{DB09B14D-4B32-4B09-A288-5C49941DC819}" srcOrd="0" destOrd="0" presId="urn:microsoft.com/office/officeart/2005/8/layout/hierarchy2"/>
    <dgm:cxn modelId="{DF6F96B6-A41B-479D-AB2C-F57F243534A3}" type="presParOf" srcId="{DE4E0071-E5BE-4A4E-9019-793EBF73C04C}" destId="{D6B4B248-7372-443D-A707-AF2DA97AC4F3}" srcOrd="1" destOrd="0" presId="urn:microsoft.com/office/officeart/2005/8/layout/hierarchy2"/>
    <dgm:cxn modelId="{462E38E7-8544-4F11-A3BA-904BEBE5A5C7}" type="presParOf" srcId="{D6B4B248-7372-443D-A707-AF2DA97AC4F3}" destId="{C5CBE992-6A19-40D8-A3E7-70A81A1F89E4}" srcOrd="0" destOrd="0" presId="urn:microsoft.com/office/officeart/2005/8/layout/hierarchy2"/>
    <dgm:cxn modelId="{1DA48FFD-9D05-48B9-99AA-FA4268A21812}" type="presParOf" srcId="{D6B4B248-7372-443D-A707-AF2DA97AC4F3}" destId="{E6B8696F-B6C9-4110-8A94-1C555C56B135}" srcOrd="1" destOrd="0" presId="urn:microsoft.com/office/officeart/2005/8/layout/hierarchy2"/>
    <dgm:cxn modelId="{F1926017-D5BF-4BA8-8C64-7E3466907323}" type="presParOf" srcId="{E6B8696F-B6C9-4110-8A94-1C555C56B135}" destId="{46CC529D-2A3B-47CE-81E7-BC16D89F9CB0}" srcOrd="0" destOrd="0" presId="urn:microsoft.com/office/officeart/2005/8/layout/hierarchy2"/>
    <dgm:cxn modelId="{0E91DCBD-1596-47E5-9FF8-570B5D5E4953}" type="presParOf" srcId="{46CC529D-2A3B-47CE-81E7-BC16D89F9CB0}" destId="{1B0D5E43-B921-417C-B214-2F49EBD8B06C}" srcOrd="0" destOrd="0" presId="urn:microsoft.com/office/officeart/2005/8/layout/hierarchy2"/>
    <dgm:cxn modelId="{10C6879D-689E-432E-B8DC-9155B52E914B}" type="presParOf" srcId="{E6B8696F-B6C9-4110-8A94-1C555C56B135}" destId="{4E529049-9532-4465-B6E3-2925CFA5113F}" srcOrd="1" destOrd="0" presId="urn:microsoft.com/office/officeart/2005/8/layout/hierarchy2"/>
    <dgm:cxn modelId="{7A4F786A-E7D0-4C53-9C34-C07CD205702A}" type="presParOf" srcId="{4E529049-9532-4465-B6E3-2925CFA5113F}" destId="{D2FCAD3C-A6C4-4833-A368-9AA4EFFCD73E}" srcOrd="0" destOrd="0" presId="urn:microsoft.com/office/officeart/2005/8/layout/hierarchy2"/>
    <dgm:cxn modelId="{3BFBFEB8-B77C-4D36-87BC-4C5C4100B4F9}" type="presParOf" srcId="{4E529049-9532-4465-B6E3-2925CFA5113F}" destId="{6C16A763-1F5B-4DC4-BA01-898996A1CFB7}" srcOrd="1" destOrd="0" presId="urn:microsoft.com/office/officeart/2005/8/layout/hierarchy2"/>
    <dgm:cxn modelId="{2ECAB2EC-14E1-4BE8-830C-86D80F6A12B4}" type="presParOf" srcId="{E6B8696F-B6C9-4110-8A94-1C555C56B135}" destId="{9C97835D-3F50-4146-A385-23A04EBF2B27}" srcOrd="2" destOrd="0" presId="urn:microsoft.com/office/officeart/2005/8/layout/hierarchy2"/>
    <dgm:cxn modelId="{4870B272-E804-47A4-AEE8-ABDB4922FF79}" type="presParOf" srcId="{9C97835D-3F50-4146-A385-23A04EBF2B27}" destId="{4FA366D6-1DE2-419B-B438-DD36239797D6}" srcOrd="0" destOrd="0" presId="urn:microsoft.com/office/officeart/2005/8/layout/hierarchy2"/>
    <dgm:cxn modelId="{3648F1C2-C3A9-4029-865E-4152ECA4A42C}" type="presParOf" srcId="{E6B8696F-B6C9-4110-8A94-1C555C56B135}" destId="{7AAC820C-F222-42C6-8823-587ABF209031}" srcOrd="3" destOrd="0" presId="urn:microsoft.com/office/officeart/2005/8/layout/hierarchy2"/>
    <dgm:cxn modelId="{B6630821-5585-4F21-A773-DED93795195F}" type="presParOf" srcId="{7AAC820C-F222-42C6-8823-587ABF209031}" destId="{381530F6-2213-440E-BAD0-430311082A8B}" srcOrd="0" destOrd="0" presId="urn:microsoft.com/office/officeart/2005/8/layout/hierarchy2"/>
    <dgm:cxn modelId="{8E4CF51C-BF8E-417B-B28C-09B1B5E77226}" type="presParOf" srcId="{7AAC820C-F222-42C6-8823-587ABF209031}" destId="{B4343D8C-4A39-4BD4-97F8-5D963816FA62}" srcOrd="1" destOrd="0" presId="urn:microsoft.com/office/officeart/2005/8/layout/hierarchy2"/>
    <dgm:cxn modelId="{1F04B05B-B7C0-484F-ACD9-0DFB44D5A766}" type="presParOf" srcId="{E6B8696F-B6C9-4110-8A94-1C555C56B135}" destId="{0CE4476C-94F4-414A-9E46-4F809E3D24A4}" srcOrd="4" destOrd="0" presId="urn:microsoft.com/office/officeart/2005/8/layout/hierarchy2"/>
    <dgm:cxn modelId="{FFB0FDA5-6290-4BC6-8327-BCC138B58D41}" type="presParOf" srcId="{0CE4476C-94F4-414A-9E46-4F809E3D24A4}" destId="{04E00818-5E1F-4C3C-B666-008E28F7074F}" srcOrd="0" destOrd="0" presId="urn:microsoft.com/office/officeart/2005/8/layout/hierarchy2"/>
    <dgm:cxn modelId="{42498E79-95F8-4840-B61C-4158D6DF23E4}" type="presParOf" srcId="{E6B8696F-B6C9-4110-8A94-1C555C56B135}" destId="{114D923A-9B14-4A3F-A31F-4ADB50CB2C9B}" srcOrd="5" destOrd="0" presId="urn:microsoft.com/office/officeart/2005/8/layout/hierarchy2"/>
    <dgm:cxn modelId="{4ED44AD9-FA37-40CE-8C0B-EE6F3CFE2D4F}" type="presParOf" srcId="{114D923A-9B14-4A3F-A31F-4ADB50CB2C9B}" destId="{E51D475E-A50A-411F-ACC7-73D30C60B4E3}" srcOrd="0" destOrd="0" presId="urn:microsoft.com/office/officeart/2005/8/layout/hierarchy2"/>
    <dgm:cxn modelId="{A85773E0-6B41-4C23-8507-A6CA17A931BE}" type="presParOf" srcId="{114D923A-9B14-4A3F-A31F-4ADB50CB2C9B}" destId="{9E9C567D-AB1B-44C6-AF83-0DCC68A6FC48}" srcOrd="1" destOrd="0" presId="urn:microsoft.com/office/officeart/2005/8/layout/hierarchy2"/>
    <dgm:cxn modelId="{69DCF0CD-9702-4FD3-B7E2-60D5ABCAAB10}" type="presParOf" srcId="{DE4E0071-E5BE-4A4E-9019-793EBF73C04C}" destId="{7AEE0E62-1374-4A36-8A45-F999FA346614}" srcOrd="2" destOrd="0" presId="urn:microsoft.com/office/officeart/2005/8/layout/hierarchy2"/>
    <dgm:cxn modelId="{853D38A6-F7C6-407D-A63B-758C060ADE35}" type="presParOf" srcId="{7AEE0E62-1374-4A36-8A45-F999FA346614}" destId="{554BE88F-596A-41F8-9D00-7290A2D1BD66}" srcOrd="0" destOrd="0" presId="urn:microsoft.com/office/officeart/2005/8/layout/hierarchy2"/>
    <dgm:cxn modelId="{66AE3D7E-DA4D-464D-95A7-A94B6063CCC1}" type="presParOf" srcId="{DE4E0071-E5BE-4A4E-9019-793EBF73C04C}" destId="{282C6CE4-FFBD-4E83-9B61-24A91F20F27D}" srcOrd="3" destOrd="0" presId="urn:microsoft.com/office/officeart/2005/8/layout/hierarchy2"/>
    <dgm:cxn modelId="{A71B9085-31C5-4C9B-BE21-9AC991C3DBC7}" type="presParOf" srcId="{282C6CE4-FFBD-4E83-9B61-24A91F20F27D}" destId="{EF309B74-9001-484A-9BE5-7E4E7385F0FE}" srcOrd="0" destOrd="0" presId="urn:microsoft.com/office/officeart/2005/8/layout/hierarchy2"/>
    <dgm:cxn modelId="{CCC8C34E-1598-435A-AAFE-2281E2487B95}" type="presParOf" srcId="{282C6CE4-FFBD-4E83-9B61-24A91F20F27D}" destId="{EBF07424-5A90-4AEC-AA2D-8D399DA1E808}" srcOrd="1" destOrd="0" presId="urn:microsoft.com/office/officeart/2005/8/layout/hierarchy2"/>
    <dgm:cxn modelId="{1C2D4305-3A06-41D3-8001-0BECE03128C1}" type="presParOf" srcId="{EBF07424-5A90-4AEC-AA2D-8D399DA1E808}" destId="{67C0150A-8FFF-4529-807C-ACFCD492EFFC}" srcOrd="0" destOrd="0" presId="urn:microsoft.com/office/officeart/2005/8/layout/hierarchy2"/>
    <dgm:cxn modelId="{E664D079-1E74-4116-9B1A-94677EEFDE87}" type="presParOf" srcId="{67C0150A-8FFF-4529-807C-ACFCD492EFFC}" destId="{AD2AA421-3FF2-48B3-9170-EB8BF694C8AA}" srcOrd="0" destOrd="0" presId="urn:microsoft.com/office/officeart/2005/8/layout/hierarchy2"/>
    <dgm:cxn modelId="{0361A0D1-47CD-4C0D-9355-3EC7A5691799}" type="presParOf" srcId="{EBF07424-5A90-4AEC-AA2D-8D399DA1E808}" destId="{91DDDE42-83B0-4D4E-AF92-39BCA2C55041}" srcOrd="1" destOrd="0" presId="urn:microsoft.com/office/officeart/2005/8/layout/hierarchy2"/>
    <dgm:cxn modelId="{A2934011-2B91-42F5-8894-FB14C917066C}" type="presParOf" srcId="{91DDDE42-83B0-4D4E-AF92-39BCA2C55041}" destId="{6698696B-2965-4FA6-B97F-186DC917FF3C}" srcOrd="0" destOrd="0" presId="urn:microsoft.com/office/officeart/2005/8/layout/hierarchy2"/>
    <dgm:cxn modelId="{9786B1E8-6A8A-4945-8E3A-33B6178D3ED8}" type="presParOf" srcId="{91DDDE42-83B0-4D4E-AF92-39BCA2C55041}" destId="{7585DED0-2E2B-408B-9C25-A5452617C7F7}" srcOrd="1" destOrd="0" presId="urn:microsoft.com/office/officeart/2005/8/layout/hierarchy2"/>
    <dgm:cxn modelId="{7E8461D5-7BC4-435B-8CCB-E96D7A9A6B32}" type="presParOf" srcId="{0E684CBF-E73A-4122-9502-B601CBF03E03}" destId="{8CD80F87-AECF-40C0-9847-E7961DD1DFDC}" srcOrd="1" destOrd="0" presId="urn:microsoft.com/office/officeart/2005/8/layout/hierarchy2"/>
    <dgm:cxn modelId="{3FC1AD74-6C8F-427C-B07A-AD4F52F39C7A}" type="presParOf" srcId="{8CD80F87-AECF-40C0-9847-E7961DD1DFDC}" destId="{CFAC0C71-E904-4465-9540-EAF6DE0E2232}" srcOrd="0" destOrd="0" presId="urn:microsoft.com/office/officeart/2005/8/layout/hierarchy2"/>
    <dgm:cxn modelId="{A1E9FEC1-B330-496A-ADA8-B46AD7A8EE7F}" type="presParOf" srcId="{8CD80F87-AECF-40C0-9847-E7961DD1DFDC}" destId="{1EBA2CF8-E8B4-4B51-B6E8-29F5C1FE25C2}" srcOrd="1" destOrd="0" presId="urn:microsoft.com/office/officeart/2005/8/layout/hierarchy2"/>
    <dgm:cxn modelId="{438CF01A-675B-463B-A37D-2ECA0E46CD12}" type="presParOf" srcId="{1EBA2CF8-E8B4-4B51-B6E8-29F5C1FE25C2}" destId="{5BAA9F86-2F53-4FF2-82F9-3ED009F2718A}" srcOrd="0" destOrd="0" presId="urn:microsoft.com/office/officeart/2005/8/layout/hierarchy2"/>
    <dgm:cxn modelId="{6F81B0C9-FB43-4F52-B8FF-A62F3C8FBF42}" type="presParOf" srcId="{5BAA9F86-2F53-4FF2-82F9-3ED009F2718A}" destId="{6374762E-E369-4C66-B352-771B5C73B645}" srcOrd="0" destOrd="0" presId="urn:microsoft.com/office/officeart/2005/8/layout/hierarchy2"/>
    <dgm:cxn modelId="{D5AD0384-C6C2-4436-8843-1745C30C64E4}" type="presParOf" srcId="{1EBA2CF8-E8B4-4B51-B6E8-29F5C1FE25C2}" destId="{819E8E80-A0A9-412A-B09B-30F10456B593}" srcOrd="1" destOrd="0" presId="urn:microsoft.com/office/officeart/2005/8/layout/hierarchy2"/>
    <dgm:cxn modelId="{ADB515E5-1329-4E1C-8FB9-70DE6DC4C343}" type="presParOf" srcId="{819E8E80-A0A9-412A-B09B-30F10456B593}" destId="{A3F0FCF8-83F1-4442-AA66-9DE5956E9A6A}" srcOrd="0" destOrd="0" presId="urn:microsoft.com/office/officeart/2005/8/layout/hierarchy2"/>
    <dgm:cxn modelId="{8E186B70-4725-40CB-9B62-9BF8C03CAEB6}" type="presParOf" srcId="{819E8E80-A0A9-412A-B09B-30F10456B593}" destId="{B5C5455C-7317-4BFD-B1D6-B057099C1955}" srcOrd="1" destOrd="0" presId="urn:microsoft.com/office/officeart/2005/8/layout/hierarchy2"/>
    <dgm:cxn modelId="{20D6898D-A3C4-4AB1-808C-3D57478E8A06}" type="presParOf" srcId="{B5C5455C-7317-4BFD-B1D6-B057099C1955}" destId="{F4980D84-16A4-4E2F-ACCB-2ACF0ABFA2F8}" srcOrd="0" destOrd="0" presId="urn:microsoft.com/office/officeart/2005/8/layout/hierarchy2"/>
    <dgm:cxn modelId="{B7CED6BE-F836-473C-A10F-EC9513E56E44}" type="presParOf" srcId="{F4980D84-16A4-4E2F-ACCB-2ACF0ABFA2F8}" destId="{E8673748-CBF2-449F-9651-9781872B45D9}" srcOrd="0" destOrd="0" presId="urn:microsoft.com/office/officeart/2005/8/layout/hierarchy2"/>
    <dgm:cxn modelId="{9441AB68-D81A-4D15-8905-7E84C95C8A3D}" type="presParOf" srcId="{B5C5455C-7317-4BFD-B1D6-B057099C1955}" destId="{1C7BF9CA-4A07-4AC5-B3F4-CAF87711364B}" srcOrd="1" destOrd="0" presId="urn:microsoft.com/office/officeart/2005/8/layout/hierarchy2"/>
    <dgm:cxn modelId="{924E7DB8-49FB-42AE-8D23-70E710DE0B22}" type="presParOf" srcId="{1C7BF9CA-4A07-4AC5-B3F4-CAF87711364B}" destId="{817127E6-97ED-4915-9855-ACD4D8C9D3AC}" srcOrd="0" destOrd="0" presId="urn:microsoft.com/office/officeart/2005/8/layout/hierarchy2"/>
    <dgm:cxn modelId="{705570B1-C076-43BD-B4AD-4B80E2A83143}" type="presParOf" srcId="{1C7BF9CA-4A07-4AC5-B3F4-CAF87711364B}" destId="{4D39E386-309E-427A-8CF8-E50E73ED1461}" srcOrd="1" destOrd="0" presId="urn:microsoft.com/office/officeart/2005/8/layout/hierarchy2"/>
    <dgm:cxn modelId="{CAEC9B87-8684-46D9-AD97-6491A13C240C}" type="presParOf" srcId="{B5C5455C-7317-4BFD-B1D6-B057099C1955}" destId="{067ABCF1-BC3D-4B18-9151-27EFD3C3D053}" srcOrd="2" destOrd="0" presId="urn:microsoft.com/office/officeart/2005/8/layout/hierarchy2"/>
    <dgm:cxn modelId="{6DC31040-1D58-47DE-80AF-EA38D07A941A}" type="presParOf" srcId="{067ABCF1-BC3D-4B18-9151-27EFD3C3D053}" destId="{895CB550-AF15-49B5-A24F-EB8343BDF637}" srcOrd="0" destOrd="0" presId="urn:microsoft.com/office/officeart/2005/8/layout/hierarchy2"/>
    <dgm:cxn modelId="{4CB6CEC0-4978-4080-8CD0-1AB9056EF991}" type="presParOf" srcId="{B5C5455C-7317-4BFD-B1D6-B057099C1955}" destId="{88B0F864-C75A-4E54-9224-EF89F688BB0A}" srcOrd="3" destOrd="0" presId="urn:microsoft.com/office/officeart/2005/8/layout/hierarchy2"/>
    <dgm:cxn modelId="{8538E762-303C-4CA2-AAD5-2F2E30851098}" type="presParOf" srcId="{88B0F864-C75A-4E54-9224-EF89F688BB0A}" destId="{675AE7D5-F49C-48F4-86F5-F51C143E5AE9}" srcOrd="0" destOrd="0" presId="urn:microsoft.com/office/officeart/2005/8/layout/hierarchy2"/>
    <dgm:cxn modelId="{7B532CC6-E47A-41E7-896B-780A9EC79DF7}" type="presParOf" srcId="{88B0F864-C75A-4E54-9224-EF89F688BB0A}" destId="{169540D0-CB83-40B9-AB48-954F59650325}" srcOrd="1" destOrd="0" presId="urn:microsoft.com/office/officeart/2005/8/layout/hierarchy2"/>
    <dgm:cxn modelId="{FE9A2E84-CF15-40E4-AB89-460F24612F24}" type="presParOf" srcId="{B5C5455C-7317-4BFD-B1D6-B057099C1955}" destId="{733F6A0C-865D-4EC8-8604-C1740B1228AD}" srcOrd="4" destOrd="0" presId="urn:microsoft.com/office/officeart/2005/8/layout/hierarchy2"/>
    <dgm:cxn modelId="{4125ECAD-90D0-4874-BDF9-F4432FD777B3}" type="presParOf" srcId="{733F6A0C-865D-4EC8-8604-C1740B1228AD}" destId="{4CD3D14A-9F7C-47FF-AC23-988FC07BA706}" srcOrd="0" destOrd="0" presId="urn:microsoft.com/office/officeart/2005/8/layout/hierarchy2"/>
    <dgm:cxn modelId="{C3685E51-C97E-41F7-A7D8-F9C01BAB1FAD}" type="presParOf" srcId="{B5C5455C-7317-4BFD-B1D6-B057099C1955}" destId="{1C7CBF30-63FD-4710-827F-F8C232D9B0B7}" srcOrd="5" destOrd="0" presId="urn:microsoft.com/office/officeart/2005/8/layout/hierarchy2"/>
    <dgm:cxn modelId="{68A724F0-5B75-4C98-951D-650DE1A8F89C}" type="presParOf" srcId="{1C7CBF30-63FD-4710-827F-F8C232D9B0B7}" destId="{87D7957F-DA95-4246-88CF-807380FAD9A4}" srcOrd="0" destOrd="0" presId="urn:microsoft.com/office/officeart/2005/8/layout/hierarchy2"/>
    <dgm:cxn modelId="{89F2CEA9-2AFD-45CC-9899-704122334B7B}" type="presParOf" srcId="{1C7CBF30-63FD-4710-827F-F8C232D9B0B7}" destId="{EBBC5452-91DF-4230-9263-CC2E79F15879}" srcOrd="1" destOrd="0" presId="urn:microsoft.com/office/officeart/2005/8/layout/hierarchy2"/>
    <dgm:cxn modelId="{08A854C3-7D21-44D6-B97F-69C93B215331}" type="presParOf" srcId="{1EBA2CF8-E8B4-4B51-B6E8-29F5C1FE25C2}" destId="{A1E44A07-007E-4AB2-A566-20B25A999380}" srcOrd="2" destOrd="0" presId="urn:microsoft.com/office/officeart/2005/8/layout/hierarchy2"/>
    <dgm:cxn modelId="{C88EE0D1-2775-4129-A794-B7A6DF231EB9}" type="presParOf" srcId="{A1E44A07-007E-4AB2-A566-20B25A999380}" destId="{18990E00-B8AD-453C-8C02-B9E8DE06CE71}" srcOrd="0" destOrd="0" presId="urn:microsoft.com/office/officeart/2005/8/layout/hierarchy2"/>
    <dgm:cxn modelId="{CF70F3E7-C5DC-4639-AE5D-42810C922DCA}" type="presParOf" srcId="{1EBA2CF8-E8B4-4B51-B6E8-29F5C1FE25C2}" destId="{EAD341B2-1272-4D6A-BEA8-32AEA23F079D}" srcOrd="3" destOrd="0" presId="urn:microsoft.com/office/officeart/2005/8/layout/hierarchy2"/>
    <dgm:cxn modelId="{6D3B6B83-744C-4BDF-8342-C49EC26526DB}" type="presParOf" srcId="{EAD341B2-1272-4D6A-BEA8-32AEA23F079D}" destId="{8D792BE3-43E8-4D88-814A-E21863B60C4C}" srcOrd="0" destOrd="0" presId="urn:microsoft.com/office/officeart/2005/8/layout/hierarchy2"/>
    <dgm:cxn modelId="{08AF37B2-13C9-4C58-9760-C8FCAD29080A}" type="presParOf" srcId="{EAD341B2-1272-4D6A-BEA8-32AEA23F079D}" destId="{157DA2B3-1492-4B7F-A2B1-2BC7035EF26E}" srcOrd="1" destOrd="0" presId="urn:microsoft.com/office/officeart/2005/8/layout/hierarchy2"/>
    <dgm:cxn modelId="{B44DF55E-E2A2-426F-9358-0487CD9548DC}" type="presParOf" srcId="{157DA2B3-1492-4B7F-A2B1-2BC7035EF26E}" destId="{FD8C821B-3CB5-4286-B1C2-3ED70481AD9B}" srcOrd="0" destOrd="0" presId="urn:microsoft.com/office/officeart/2005/8/layout/hierarchy2"/>
    <dgm:cxn modelId="{6D1236BC-CF1B-4054-AAAC-BB74D09E8BE9}" type="presParOf" srcId="{FD8C821B-3CB5-4286-B1C2-3ED70481AD9B}" destId="{3244C851-7FDF-4BB1-AFB2-37B7B93B4A1A}" srcOrd="0" destOrd="0" presId="urn:microsoft.com/office/officeart/2005/8/layout/hierarchy2"/>
    <dgm:cxn modelId="{48C1C8D4-AC9E-496D-99BE-2EB27B1D2BE6}" type="presParOf" srcId="{157DA2B3-1492-4B7F-A2B1-2BC7035EF26E}" destId="{C09D1D89-A81D-4129-A167-13E3703AD1F8}" srcOrd="1" destOrd="0" presId="urn:microsoft.com/office/officeart/2005/8/layout/hierarchy2"/>
    <dgm:cxn modelId="{66025752-883C-4571-BDCF-32AB9385986E}" type="presParOf" srcId="{C09D1D89-A81D-4129-A167-13E3703AD1F8}" destId="{E4CF93C6-C0E5-4AC5-A3A6-BE166DFCC51B}" srcOrd="0" destOrd="0" presId="urn:microsoft.com/office/officeart/2005/8/layout/hierarchy2"/>
    <dgm:cxn modelId="{75D7DD64-DCF2-47AD-BBDB-58FBDF5F6859}" type="presParOf" srcId="{C09D1D89-A81D-4129-A167-13E3703AD1F8}" destId="{ADD57C2B-D28B-4DE5-B2A4-B7BEC5C64F52}" srcOrd="1" destOrd="0" presId="urn:microsoft.com/office/officeart/2005/8/layout/hierarchy2"/>
    <dgm:cxn modelId="{4A59201C-E790-4556-855B-85BF93C6A899}" type="presParOf" srcId="{157DA2B3-1492-4B7F-A2B1-2BC7035EF26E}" destId="{DCA89DF2-A8EC-4172-8C5E-CDBE2961A251}" srcOrd="2" destOrd="0" presId="urn:microsoft.com/office/officeart/2005/8/layout/hierarchy2"/>
    <dgm:cxn modelId="{2BCCA9A6-7DE7-45AD-82DF-DD093FF43554}" type="presParOf" srcId="{DCA89DF2-A8EC-4172-8C5E-CDBE2961A251}" destId="{4CF5F001-DE41-41C4-B0B0-BF1588AD2664}" srcOrd="0" destOrd="0" presId="urn:microsoft.com/office/officeart/2005/8/layout/hierarchy2"/>
    <dgm:cxn modelId="{462FD8CD-63F7-4315-8643-EE0E6ABE25AA}" type="presParOf" srcId="{157DA2B3-1492-4B7F-A2B1-2BC7035EF26E}" destId="{01406BBD-FFF2-46DD-9A52-9E5F06082BD0}" srcOrd="3" destOrd="0" presId="urn:microsoft.com/office/officeart/2005/8/layout/hierarchy2"/>
    <dgm:cxn modelId="{A396902E-814B-406E-AFBA-63C802B7F6A2}" type="presParOf" srcId="{01406BBD-FFF2-46DD-9A52-9E5F06082BD0}" destId="{F777AF1C-0F49-47AA-8F40-02B31720685D}" srcOrd="0" destOrd="0" presId="urn:microsoft.com/office/officeart/2005/8/layout/hierarchy2"/>
    <dgm:cxn modelId="{E7624E73-62A8-4483-9A26-0A5CD74327B2}" type="presParOf" srcId="{01406BBD-FFF2-46DD-9A52-9E5F06082BD0}" destId="{C0F57065-02C2-4A5F-911A-C56BC664E5AE}" srcOrd="1" destOrd="0" presId="urn:microsoft.com/office/officeart/2005/8/layout/hierarchy2"/>
    <dgm:cxn modelId="{8F69B384-F37A-48FF-92FC-688E9860D459}" type="presParOf" srcId="{157DA2B3-1492-4B7F-A2B1-2BC7035EF26E}" destId="{51E8A53B-9A66-48C8-94A6-367796CA0185}" srcOrd="4" destOrd="0" presId="urn:microsoft.com/office/officeart/2005/8/layout/hierarchy2"/>
    <dgm:cxn modelId="{37CE6A69-DA6B-40CD-A090-530559B51889}" type="presParOf" srcId="{51E8A53B-9A66-48C8-94A6-367796CA0185}" destId="{1E1ECC76-B063-430F-8F3C-D68002B6FA6F}" srcOrd="0" destOrd="0" presId="urn:microsoft.com/office/officeart/2005/8/layout/hierarchy2"/>
    <dgm:cxn modelId="{2A9AFBE4-0D29-4683-91ED-BB574BBB2D38}" type="presParOf" srcId="{157DA2B3-1492-4B7F-A2B1-2BC7035EF26E}" destId="{234C29F3-E91F-4EF4-9BB7-4FA1A7FAE5F1}" srcOrd="5" destOrd="0" presId="urn:microsoft.com/office/officeart/2005/8/layout/hierarchy2"/>
    <dgm:cxn modelId="{FAC7FF84-D0F4-4331-B01B-58658FAF8710}" type="presParOf" srcId="{234C29F3-E91F-4EF4-9BB7-4FA1A7FAE5F1}" destId="{B3C40D35-4940-4025-8AF4-B4F510EB1295}" srcOrd="0" destOrd="0" presId="urn:microsoft.com/office/officeart/2005/8/layout/hierarchy2"/>
    <dgm:cxn modelId="{2C869960-C2CC-4DA3-8D0F-281D7C5B5035}" type="presParOf" srcId="{234C29F3-E91F-4EF4-9BB7-4FA1A7FAE5F1}" destId="{AF4F19B7-9D07-4463-AEB2-511028CAF70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EA031-62C7-47AC-8107-1B8EFF4FAB51}">
      <dsp:nvSpPr>
        <dsp:cNvPr id="0" name=""/>
        <dsp:cNvSpPr/>
      </dsp:nvSpPr>
      <dsp:spPr>
        <a:xfrm>
          <a:off x="901922" y="1121850"/>
          <a:ext cx="1805113" cy="485323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Com usuário</a:t>
          </a:r>
        </a:p>
      </dsp:txBody>
      <dsp:txXfrm>
        <a:off x="916137" y="1136065"/>
        <a:ext cx="1776683" cy="456893"/>
      </dsp:txXfrm>
    </dsp:sp>
    <dsp:sp modelId="{B5D4B4C8-FE9C-464B-8386-56626A6E5A6D}">
      <dsp:nvSpPr>
        <dsp:cNvPr id="0" name=""/>
        <dsp:cNvSpPr/>
      </dsp:nvSpPr>
      <dsp:spPr>
        <a:xfrm rot="18289469">
          <a:off x="2561222" y="1077538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884168" y="1068454"/>
        <a:ext cx="33994" cy="33994"/>
      </dsp:txXfrm>
    </dsp:sp>
    <dsp:sp modelId="{C5CBE992-6A19-40D8-A3E7-70A81A1F89E4}">
      <dsp:nvSpPr>
        <dsp:cNvPr id="0" name=""/>
        <dsp:cNvSpPr/>
      </dsp:nvSpPr>
      <dsp:spPr>
        <a:xfrm>
          <a:off x="3095294" y="563728"/>
          <a:ext cx="2168251" cy="485323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Ambientes controlados</a:t>
          </a:r>
        </a:p>
      </dsp:txBody>
      <dsp:txXfrm>
        <a:off x="3109509" y="577943"/>
        <a:ext cx="2139821" cy="456893"/>
      </dsp:txXfrm>
    </dsp:sp>
    <dsp:sp modelId="{46CC529D-2A3B-47CE-81E7-BC16D89F9CB0}">
      <dsp:nvSpPr>
        <dsp:cNvPr id="0" name=""/>
        <dsp:cNvSpPr/>
      </dsp:nvSpPr>
      <dsp:spPr>
        <a:xfrm rot="18289469">
          <a:off x="5117732" y="519415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0">
          <a:schemeClr val="accent3"/>
        </a:fillRef>
        <a:effectRef idx="1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0678" y="510332"/>
        <a:ext cx="33994" cy="33994"/>
      </dsp:txXfrm>
    </dsp:sp>
    <dsp:sp modelId="{D2FCAD3C-A6C4-4833-A368-9AA4EFFCD73E}">
      <dsp:nvSpPr>
        <dsp:cNvPr id="0" name=""/>
        <dsp:cNvSpPr/>
      </dsp:nvSpPr>
      <dsp:spPr>
        <a:xfrm>
          <a:off x="5651805" y="5606"/>
          <a:ext cx="2529623" cy="485323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Testes de usabilidade</a:t>
          </a:r>
        </a:p>
      </dsp:txBody>
      <dsp:txXfrm>
        <a:off x="5666020" y="19821"/>
        <a:ext cx="2501193" cy="456893"/>
      </dsp:txXfrm>
    </dsp:sp>
    <dsp:sp modelId="{9C97835D-3F50-4146-A385-23A04EBF2B27}">
      <dsp:nvSpPr>
        <dsp:cNvPr id="0" name=""/>
        <dsp:cNvSpPr/>
      </dsp:nvSpPr>
      <dsp:spPr>
        <a:xfrm>
          <a:off x="5263546" y="798477"/>
          <a:ext cx="388258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388258" y="7913"/>
              </a:lnTo>
            </a:path>
          </a:pathLst>
        </a:custGeom>
        <a:noFill/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0">
          <a:schemeClr val="accent3"/>
        </a:fillRef>
        <a:effectRef idx="1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7969" y="796684"/>
        <a:ext cx="19412" cy="19412"/>
      </dsp:txXfrm>
    </dsp:sp>
    <dsp:sp modelId="{381530F6-2213-440E-BAD0-430311082A8B}">
      <dsp:nvSpPr>
        <dsp:cNvPr id="0" name=""/>
        <dsp:cNvSpPr/>
      </dsp:nvSpPr>
      <dsp:spPr>
        <a:xfrm>
          <a:off x="5651805" y="563728"/>
          <a:ext cx="2529623" cy="485323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Método de avaliação da comunicabilidade</a:t>
          </a:r>
        </a:p>
      </dsp:txBody>
      <dsp:txXfrm>
        <a:off x="5666020" y="577943"/>
        <a:ext cx="2501193" cy="456893"/>
      </dsp:txXfrm>
    </dsp:sp>
    <dsp:sp modelId="{0CE4476C-94F4-414A-9E46-4F809E3D24A4}">
      <dsp:nvSpPr>
        <dsp:cNvPr id="0" name=""/>
        <dsp:cNvSpPr/>
      </dsp:nvSpPr>
      <dsp:spPr>
        <a:xfrm rot="3310531">
          <a:off x="5117732" y="1077538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5440678" y="1068454"/>
        <a:ext cx="33994" cy="33994"/>
      </dsp:txXfrm>
    </dsp:sp>
    <dsp:sp modelId="{E51D475E-A50A-411F-ACC7-73D30C60B4E3}">
      <dsp:nvSpPr>
        <dsp:cNvPr id="0" name=""/>
        <dsp:cNvSpPr/>
      </dsp:nvSpPr>
      <dsp:spPr>
        <a:xfrm>
          <a:off x="5651805" y="1121850"/>
          <a:ext cx="2495476" cy="485323"/>
        </a:xfrm>
        <a:prstGeom prst="roundRect">
          <a:avLst>
            <a:gd name="adj" fmla="val 10000"/>
          </a:avLst>
        </a:prstGeom>
        <a:solidFill>
          <a:srgbClr val="70AD47">
            <a:lumMod val="60000"/>
            <a:lumOff val="4000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Prototipação em papel</a:t>
          </a:r>
        </a:p>
      </dsp:txBody>
      <dsp:txXfrm>
        <a:off x="5666020" y="1136065"/>
        <a:ext cx="2467046" cy="456893"/>
      </dsp:txXfrm>
    </dsp:sp>
    <dsp:sp modelId="{7AEE0E62-1374-4A36-8A45-F999FA346614}">
      <dsp:nvSpPr>
        <dsp:cNvPr id="0" name=""/>
        <dsp:cNvSpPr/>
      </dsp:nvSpPr>
      <dsp:spPr>
        <a:xfrm rot="3310531">
          <a:off x="2561222" y="1635660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884168" y="1626576"/>
        <a:ext cx="33994" cy="33994"/>
      </dsp:txXfrm>
    </dsp:sp>
    <dsp:sp modelId="{EF309B74-9001-484A-9BE5-7E4E7385F0FE}">
      <dsp:nvSpPr>
        <dsp:cNvPr id="0" name=""/>
        <dsp:cNvSpPr/>
      </dsp:nvSpPr>
      <dsp:spPr>
        <a:xfrm>
          <a:off x="3095294" y="1679973"/>
          <a:ext cx="2168251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Ambientes naturais</a:t>
          </a:r>
        </a:p>
      </dsp:txBody>
      <dsp:txXfrm>
        <a:off x="3109509" y="1694188"/>
        <a:ext cx="2139821" cy="456893"/>
      </dsp:txXfrm>
    </dsp:sp>
    <dsp:sp modelId="{67C0150A-8FFF-4529-807C-ACFCD492EFFC}">
      <dsp:nvSpPr>
        <dsp:cNvPr id="0" name=""/>
        <dsp:cNvSpPr/>
      </dsp:nvSpPr>
      <dsp:spPr>
        <a:xfrm>
          <a:off x="5263546" y="1914721"/>
          <a:ext cx="388258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388258" y="7913"/>
              </a:lnTo>
            </a:path>
          </a:pathLst>
        </a:custGeom>
        <a:noFill/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0">
          <a:schemeClr val="accent3"/>
        </a:fillRef>
        <a:effectRef idx="1">
          <a:schemeClr val="accent3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7969" y="1912928"/>
        <a:ext cx="19412" cy="19412"/>
      </dsp:txXfrm>
    </dsp:sp>
    <dsp:sp modelId="{6698696B-2965-4FA6-B97F-186DC917FF3C}">
      <dsp:nvSpPr>
        <dsp:cNvPr id="0" name=""/>
        <dsp:cNvSpPr/>
      </dsp:nvSpPr>
      <dsp:spPr>
        <a:xfrm>
          <a:off x="5651805" y="1679973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Estudos de campo</a:t>
          </a:r>
        </a:p>
      </dsp:txBody>
      <dsp:txXfrm>
        <a:off x="5666020" y="1694188"/>
        <a:ext cx="2501193" cy="456893"/>
      </dsp:txXfrm>
    </dsp:sp>
    <dsp:sp modelId="{CFAC0C71-E904-4465-9540-EAF6DE0E2232}">
      <dsp:nvSpPr>
        <dsp:cNvPr id="0" name=""/>
        <dsp:cNvSpPr/>
      </dsp:nvSpPr>
      <dsp:spPr>
        <a:xfrm>
          <a:off x="901922" y="3633401"/>
          <a:ext cx="180511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/>
            <a:t>Sem usuário</a:t>
          </a:r>
        </a:p>
      </dsp:txBody>
      <dsp:txXfrm>
        <a:off x="916137" y="3647616"/>
        <a:ext cx="1776683" cy="456893"/>
      </dsp:txXfrm>
    </dsp:sp>
    <dsp:sp modelId="{5BAA9F86-2F53-4FF2-82F9-3ED009F2718A}">
      <dsp:nvSpPr>
        <dsp:cNvPr id="0" name=""/>
        <dsp:cNvSpPr/>
      </dsp:nvSpPr>
      <dsp:spPr>
        <a:xfrm rot="17692822">
          <a:off x="2439748" y="3449557"/>
          <a:ext cx="922833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922833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878094" y="3434400"/>
        <a:ext cx="46141" cy="46141"/>
      </dsp:txXfrm>
    </dsp:sp>
    <dsp:sp modelId="{A3F0FCF8-83F1-4442-AA66-9DE5956E9A6A}">
      <dsp:nvSpPr>
        <dsp:cNvPr id="0" name=""/>
        <dsp:cNvSpPr/>
      </dsp:nvSpPr>
      <dsp:spPr>
        <a:xfrm>
          <a:off x="3095294" y="2796217"/>
          <a:ext cx="2168251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Inspeção</a:t>
          </a:r>
        </a:p>
      </dsp:txBody>
      <dsp:txXfrm>
        <a:off x="3109509" y="2810432"/>
        <a:ext cx="2139821" cy="456893"/>
      </dsp:txXfrm>
    </dsp:sp>
    <dsp:sp modelId="{F4980D84-16A4-4E2F-ACCB-2ACF0ABFA2F8}">
      <dsp:nvSpPr>
        <dsp:cNvPr id="0" name=""/>
        <dsp:cNvSpPr/>
      </dsp:nvSpPr>
      <dsp:spPr>
        <a:xfrm rot="18289469">
          <a:off x="5117732" y="2751905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0678" y="2742821"/>
        <a:ext cx="33994" cy="33994"/>
      </dsp:txXfrm>
    </dsp:sp>
    <dsp:sp modelId="{817127E6-97ED-4915-9855-ACD4D8C9D3AC}">
      <dsp:nvSpPr>
        <dsp:cNvPr id="0" name=""/>
        <dsp:cNvSpPr/>
      </dsp:nvSpPr>
      <dsp:spPr>
        <a:xfrm>
          <a:off x="5651805" y="2238095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Avaliação heurística</a:t>
          </a:r>
        </a:p>
      </dsp:txBody>
      <dsp:txXfrm>
        <a:off x="5666020" y="2252310"/>
        <a:ext cx="2501193" cy="456893"/>
      </dsp:txXfrm>
    </dsp:sp>
    <dsp:sp modelId="{067ABCF1-BC3D-4B18-9151-27EFD3C3D053}">
      <dsp:nvSpPr>
        <dsp:cNvPr id="0" name=""/>
        <dsp:cNvSpPr/>
      </dsp:nvSpPr>
      <dsp:spPr>
        <a:xfrm>
          <a:off x="5263546" y="3030966"/>
          <a:ext cx="388258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388258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7969" y="3029173"/>
        <a:ext cx="19412" cy="19412"/>
      </dsp:txXfrm>
    </dsp:sp>
    <dsp:sp modelId="{675AE7D5-F49C-48F4-86F5-F51C143E5AE9}">
      <dsp:nvSpPr>
        <dsp:cNvPr id="0" name=""/>
        <dsp:cNvSpPr/>
      </dsp:nvSpPr>
      <dsp:spPr>
        <a:xfrm>
          <a:off x="5651805" y="2796217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Percurso cognitivo</a:t>
          </a:r>
        </a:p>
      </dsp:txBody>
      <dsp:txXfrm>
        <a:off x="5666020" y="2810432"/>
        <a:ext cx="2501193" cy="456893"/>
      </dsp:txXfrm>
    </dsp:sp>
    <dsp:sp modelId="{733F6A0C-865D-4EC8-8604-C1740B1228AD}">
      <dsp:nvSpPr>
        <dsp:cNvPr id="0" name=""/>
        <dsp:cNvSpPr/>
      </dsp:nvSpPr>
      <dsp:spPr>
        <a:xfrm rot="3310531">
          <a:off x="5117732" y="3310027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0678" y="3300943"/>
        <a:ext cx="33994" cy="33994"/>
      </dsp:txXfrm>
    </dsp:sp>
    <dsp:sp modelId="{87D7957F-DA95-4246-88CF-807380FAD9A4}">
      <dsp:nvSpPr>
        <dsp:cNvPr id="0" name=""/>
        <dsp:cNvSpPr/>
      </dsp:nvSpPr>
      <dsp:spPr>
        <a:xfrm>
          <a:off x="5651805" y="3354340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Método de inspeção semiótica</a:t>
          </a:r>
        </a:p>
      </dsp:txBody>
      <dsp:txXfrm>
        <a:off x="5666020" y="3368555"/>
        <a:ext cx="2501193" cy="456893"/>
      </dsp:txXfrm>
    </dsp:sp>
    <dsp:sp modelId="{A1E44A07-007E-4AB2-A566-20B25A999380}">
      <dsp:nvSpPr>
        <dsp:cNvPr id="0" name=""/>
        <dsp:cNvSpPr/>
      </dsp:nvSpPr>
      <dsp:spPr>
        <a:xfrm rot="3907178">
          <a:off x="2439748" y="4286741"/>
          <a:ext cx="922833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922833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878094" y="4271583"/>
        <a:ext cx="46141" cy="46141"/>
      </dsp:txXfrm>
    </dsp:sp>
    <dsp:sp modelId="{8D792BE3-43E8-4D88-814A-E21863B60C4C}">
      <dsp:nvSpPr>
        <dsp:cNvPr id="0" name=""/>
        <dsp:cNvSpPr/>
      </dsp:nvSpPr>
      <dsp:spPr>
        <a:xfrm>
          <a:off x="3095294" y="4470584"/>
          <a:ext cx="2168251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Modelos preditivos</a:t>
          </a:r>
        </a:p>
      </dsp:txBody>
      <dsp:txXfrm>
        <a:off x="3109509" y="4484799"/>
        <a:ext cx="2139821" cy="456893"/>
      </dsp:txXfrm>
    </dsp:sp>
    <dsp:sp modelId="{FD8C821B-3CB5-4286-B1C2-3ED70481AD9B}">
      <dsp:nvSpPr>
        <dsp:cNvPr id="0" name=""/>
        <dsp:cNvSpPr/>
      </dsp:nvSpPr>
      <dsp:spPr>
        <a:xfrm rot="18289469">
          <a:off x="5117732" y="4426271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0678" y="4417188"/>
        <a:ext cx="33994" cy="33994"/>
      </dsp:txXfrm>
    </dsp:sp>
    <dsp:sp modelId="{E4CF93C6-C0E5-4AC5-A3A6-BE166DFCC51B}">
      <dsp:nvSpPr>
        <dsp:cNvPr id="0" name=""/>
        <dsp:cNvSpPr/>
      </dsp:nvSpPr>
      <dsp:spPr>
        <a:xfrm>
          <a:off x="5651805" y="3912462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GOMS</a:t>
          </a:r>
        </a:p>
      </dsp:txBody>
      <dsp:txXfrm>
        <a:off x="5666020" y="3926677"/>
        <a:ext cx="2501193" cy="456893"/>
      </dsp:txXfrm>
    </dsp:sp>
    <dsp:sp modelId="{DCA89DF2-A8EC-4172-8C5E-CDBE2961A251}">
      <dsp:nvSpPr>
        <dsp:cNvPr id="0" name=""/>
        <dsp:cNvSpPr/>
      </dsp:nvSpPr>
      <dsp:spPr>
        <a:xfrm>
          <a:off x="5263546" y="4705333"/>
          <a:ext cx="388258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388258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7969" y="4703539"/>
        <a:ext cx="19412" cy="19412"/>
      </dsp:txXfrm>
    </dsp:sp>
    <dsp:sp modelId="{F777AF1C-0F49-47AA-8F40-02B31720685D}">
      <dsp:nvSpPr>
        <dsp:cNvPr id="0" name=""/>
        <dsp:cNvSpPr/>
      </dsp:nvSpPr>
      <dsp:spPr>
        <a:xfrm>
          <a:off x="5651805" y="4470584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KLM</a:t>
          </a:r>
        </a:p>
      </dsp:txBody>
      <dsp:txXfrm>
        <a:off x="5666020" y="4484799"/>
        <a:ext cx="2501193" cy="456893"/>
      </dsp:txXfrm>
    </dsp:sp>
    <dsp:sp modelId="{51E8A53B-9A66-48C8-94A6-367796CA0185}">
      <dsp:nvSpPr>
        <dsp:cNvPr id="0" name=""/>
        <dsp:cNvSpPr/>
      </dsp:nvSpPr>
      <dsp:spPr>
        <a:xfrm rot="3310531">
          <a:off x="5117732" y="4984394"/>
          <a:ext cx="679886" cy="15826"/>
        </a:xfrm>
        <a:custGeom>
          <a:avLst/>
          <a:gdLst/>
          <a:ahLst/>
          <a:cxnLst/>
          <a:rect l="0" t="0" r="0" b="0"/>
          <a:pathLst>
            <a:path>
              <a:moveTo>
                <a:pt x="0" y="7913"/>
              </a:moveTo>
              <a:lnTo>
                <a:pt x="679886" y="7913"/>
              </a:lnTo>
            </a:path>
          </a:pathLst>
        </a:custGeom>
        <a:noFill/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5440678" y="4975310"/>
        <a:ext cx="33994" cy="33994"/>
      </dsp:txXfrm>
    </dsp:sp>
    <dsp:sp modelId="{B3C40D35-4940-4025-8AF4-B4F510EB1295}">
      <dsp:nvSpPr>
        <dsp:cNvPr id="0" name=""/>
        <dsp:cNvSpPr/>
      </dsp:nvSpPr>
      <dsp:spPr>
        <a:xfrm>
          <a:off x="5651805" y="5028706"/>
          <a:ext cx="2529623" cy="485323"/>
        </a:xfrm>
        <a:prstGeom prst="roundRect">
          <a:avLst>
            <a:gd name="adj" fmla="val 10000"/>
          </a:avLst>
        </a:prstGeom>
        <a:solidFill>
          <a:schemeClr val="bg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/>
            <a:t>Lei de </a:t>
          </a:r>
          <a:r>
            <a:rPr lang="pt-BR" sz="1400" b="1" kern="1200" dirty="0" err="1"/>
            <a:t>Fitts</a:t>
          </a:r>
          <a:endParaRPr lang="pt-BR" sz="1400" b="1" kern="1200" dirty="0"/>
        </a:p>
      </dsp:txBody>
      <dsp:txXfrm>
        <a:off x="5666020" y="5042921"/>
        <a:ext cx="2501193" cy="456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C300E-04F4-4BB6-A82F-A0F7FE928FA2}" type="datetimeFigureOut">
              <a:rPr lang="pt-BR" smtClean="0"/>
              <a:t>09/11/2023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E832F-BB7F-4CD1-BB71-FEAB81F434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61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810905-2630-4075-820F-C85A8E6D5A40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182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810905-2630-4075-820F-C85A8E6D5A40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0209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CA3C-BEBB-486D-960B-A89C6188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D39B7-960C-4351-8F8F-97F5F3B0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2056-BDE6-4AA7-A123-A1199686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3062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5870D-AFE0-4E3F-BBE4-6F35B796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9C3A8-9A39-4B7B-BCF8-7B59B8126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AA676-A77D-4601-AB2B-39B2A718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575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10279-8813-4FB6-9C01-BC4F4D84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FC89F-1325-4935-A8C2-757B2F6E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3F6FF-F72F-4A34-B851-D737528D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4394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57" y="1825625"/>
            <a:ext cx="5696243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96243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30C080D-C7AB-409D-BDDE-1BA66D4D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F620C3-17AF-4066-B391-F667A9D9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F38AAF-F9E2-4273-92DE-9A4B9DE8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 Vertical-01.png">
            <a:extLst>
              <a:ext uri="{FF2B5EF4-FFF2-40B4-BE49-F238E27FC236}">
                <a16:creationId xmlns:a16="http://schemas.microsoft.com/office/drawing/2014/main" id="{20E43EF2-55C9-43D1-A66F-788133374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37" t="11205" r="14494" b="11920"/>
          <a:stretch/>
        </p:blipFill>
        <p:spPr>
          <a:xfrm>
            <a:off x="10704512" y="116632"/>
            <a:ext cx="1508843" cy="12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1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57" y="579437"/>
            <a:ext cx="10515600" cy="93503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56" y="1681163"/>
            <a:ext cx="5760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556" y="2505075"/>
            <a:ext cx="576000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8" y="1681163"/>
            <a:ext cx="5760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8" y="2505075"/>
            <a:ext cx="576000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54DCDC4-FEE0-4C3E-A3A9-3ED07CD9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42AA627-0187-4C75-AA14-F36FD10D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65A854-D57F-4704-97A6-7552D1C9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 descr="Logo Vertical-01.png">
            <a:extLst>
              <a:ext uri="{FF2B5EF4-FFF2-40B4-BE49-F238E27FC236}">
                <a16:creationId xmlns:a16="http://schemas.microsoft.com/office/drawing/2014/main" id="{50F1C3AA-0354-4847-8C19-8241CE8161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37" t="11205" r="14494" b="11920"/>
          <a:stretch/>
        </p:blipFill>
        <p:spPr>
          <a:xfrm>
            <a:off x="10704512" y="116632"/>
            <a:ext cx="1508843" cy="12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831757A-CB13-47A7-A08D-1F1BDC64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6A7F01C-3D72-4792-ABB1-2B6F5164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354516-742B-4411-9552-3FDA52C6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528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34E3666-3C0B-4E46-A2E8-ED52BABA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F4BDA6D-BC34-4305-AE26-D4AD31A2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2C420C5-2F3B-4F54-A99D-D522138B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176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58" y="577516"/>
            <a:ext cx="4448468" cy="147988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4" y="577517"/>
            <a:ext cx="6959558" cy="52835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558" y="2057400"/>
            <a:ext cx="444846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B20430-F28F-47E3-B6B6-AA423253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EFB09E-CAE8-4F63-9BAE-93D20BD7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F35FDE-61F3-4089-81EF-360FAB0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 Vertical-01.png">
            <a:extLst>
              <a:ext uri="{FF2B5EF4-FFF2-40B4-BE49-F238E27FC236}">
                <a16:creationId xmlns:a16="http://schemas.microsoft.com/office/drawing/2014/main" id="{08E57A8C-732A-4FDE-982F-9A792ADBB9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37" t="11205" r="14494" b="11920"/>
          <a:stretch/>
        </p:blipFill>
        <p:spPr>
          <a:xfrm>
            <a:off x="10704512" y="116632"/>
            <a:ext cx="1508843" cy="121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6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ECB7FB-98BD-4B4A-84FF-47E1A7C9D5A7}"/>
              </a:ext>
            </a:extLst>
          </p:cNvPr>
          <p:cNvSpPr txBox="1">
            <a:spLocks/>
          </p:cNvSpPr>
          <p:nvPr/>
        </p:nvSpPr>
        <p:spPr>
          <a:xfrm>
            <a:off x="323850" y="577850"/>
            <a:ext cx="4448175" cy="14795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40968" y="987425"/>
            <a:ext cx="6927474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AABF984-BD12-4A1E-BE7D-02AC9CE9FBF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23558" y="2057400"/>
            <a:ext cx="444846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C04E7-20E6-4648-83BB-A6ED4352D8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92A73-4C95-49CF-9188-CF6C08EAD8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F93A4-30BB-4B46-BDB8-22185A619C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0098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19C20-317E-4A94-9B89-2780722B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BD835-CC18-4BF6-9159-C020DCF1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8B865-254A-4F93-9D5D-F25FCBD7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400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529389"/>
            <a:ext cx="3143543" cy="564757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557" y="529389"/>
            <a:ext cx="8248943" cy="564757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91986-A0B6-4B85-8B94-36698A395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5810A-D584-40C5-9A71-9D611131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4568-3BDD-4304-8FEE-91786526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865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057E057-6DD5-435A-9328-02D86E0DA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592138"/>
            <a:ext cx="1153477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DF07BB5-4F57-4E17-B0E5-8CCE7E26B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825625"/>
            <a:ext cx="1153477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7F19E-AA12-4220-9C77-3B410A9E0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38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09/04/2018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6E4F2-A56F-4B7E-8B77-448ADFE5E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2463" y="6356350"/>
            <a:ext cx="7218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43A64-EC09-41CB-8F13-3953F110D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4950" y="476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298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wQkLthhHKA" TargetMode="External"/><Relationship Id="rId2" Type="http://schemas.openxmlformats.org/officeDocument/2006/relationships/hyperlink" Target="https://www.youtube.com/watch?v=_g4GGtJ8NC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Aa-svs5mQD8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ngroup.com/reports/ipad-app-and-website-usability/" TargetMode="External"/><Relationship Id="rId7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pt.slideshare.net/liviagabos/avaliao-de-interfaces-com-o-usurio-atravs-de-prototipao" TargetMode="External"/><Relationship Id="rId5" Type="http://schemas.openxmlformats.org/officeDocument/2006/relationships/hyperlink" Target="http://pt.slideshare.net/paolopasseri/aula-2-tcnicas-de-prototipao-i" TargetMode="External"/><Relationship Id="rId4" Type="http://schemas.openxmlformats.org/officeDocument/2006/relationships/hyperlink" Target="http://corais.org/node/13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dirty="0"/>
              <a:t>Teste de usabilidade</a:t>
            </a:r>
            <a:br>
              <a:rPr lang="pt-BR" dirty="0"/>
            </a:br>
            <a:r>
              <a:rPr lang="pt-BR" dirty="0"/>
              <a:t>Prototipação em papel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Ingrid Teixeira Monteiro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000" b="1" dirty="0">
                <a:solidFill>
                  <a:srgbClr val="010066"/>
                </a:solidFill>
              </a:rPr>
              <a:t>QXD0221, QPC0016 – Interação Humano-Computador</a:t>
            </a:r>
          </a:p>
        </p:txBody>
      </p:sp>
    </p:spTree>
    <p:extLst>
      <p:ext uri="{BB962C8B-B14F-4D97-AF65-F5344CB8AC3E}">
        <p14:creationId xmlns:p14="http://schemas.microsoft.com/office/powerpoint/2010/main" val="371683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Que tipo de método?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</a:t>
            </a:fld>
            <a:endParaRPr lang="pt-BR"/>
          </a:p>
        </p:txBody>
      </p:sp>
      <p:graphicFrame>
        <p:nvGraphicFramePr>
          <p:cNvPr id="7" name="Espaço Reservado para Conteúdo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7893765"/>
              </p:ext>
            </p:extLst>
          </p:nvPr>
        </p:nvGraphicFramePr>
        <p:xfrm>
          <a:off x="1981200" y="836712"/>
          <a:ext cx="9083352" cy="5519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568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3"/>
    </mc:Choice>
    <mc:Fallback xmlns="">
      <p:transition spd="slow" advTm="3746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pc="-150" dirty="0"/>
              <a:t>Avaliação de IHC através de observação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métodos de observação permitem ao avaliador coletar dados sobre situações em que os participantes realizam suas atividades, com ou sem apoio de tecnologia computacional</a:t>
            </a:r>
          </a:p>
          <a:p>
            <a:r>
              <a:rPr lang="pt-BR" dirty="0"/>
              <a:t>Permitem coletar dados sobre situações </a:t>
            </a:r>
            <a:r>
              <a:rPr lang="pt-BR" b="1" dirty="0"/>
              <a:t>reais de uso, </a:t>
            </a:r>
            <a:r>
              <a:rPr lang="pt-BR" dirty="0"/>
              <a:t>para</a:t>
            </a:r>
            <a:r>
              <a:rPr lang="pt-BR" b="1" dirty="0"/>
              <a:t> </a:t>
            </a:r>
            <a:r>
              <a:rPr lang="pt-BR" dirty="0"/>
              <a:t>identificar problemas que os usuários enfrentaram</a:t>
            </a:r>
          </a:p>
          <a:p>
            <a:r>
              <a:rPr lang="pt-BR" dirty="0"/>
              <a:t>Alguns métodos são:</a:t>
            </a:r>
          </a:p>
          <a:p>
            <a:pPr lvl="1"/>
            <a:r>
              <a:rPr lang="pt-BR" dirty="0"/>
              <a:t>teste de usabilidade</a:t>
            </a:r>
          </a:p>
          <a:p>
            <a:pPr lvl="1"/>
            <a:r>
              <a:rPr lang="pt-BR" dirty="0"/>
              <a:t>prototipação em papel</a:t>
            </a:r>
          </a:p>
          <a:p>
            <a:pPr lvl="1"/>
            <a:r>
              <a:rPr lang="pt-BR" dirty="0"/>
              <a:t>método de avaliação de comunicabilidade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603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073"/>
    </mc:Choice>
    <mc:Fallback xmlns="">
      <p:transition spd="slow" advTm="960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de usabilidade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91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5"/>
    </mc:Choice>
    <mc:Fallback xmlns="">
      <p:transition spd="slow" advTm="313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de 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Fazer testes de usabilidade em laboratório ou em um ambiente controlado permite que avaliadores controlem o que os usuários fazem e as influências ambientais e sociais que podem afetar seu desempenho</a:t>
            </a:r>
          </a:p>
          <a:p>
            <a:r>
              <a:rPr lang="pt-BR" dirty="0"/>
              <a:t>O teste avalia a usabilidade a partir de observações de experiências de uso</a:t>
            </a:r>
          </a:p>
          <a:p>
            <a:r>
              <a:rPr lang="pt-BR" dirty="0"/>
              <a:t>Os objetivos de avaliação determinam quais critérios de usabilidade devem ser </a:t>
            </a:r>
            <a:r>
              <a:rPr lang="pt-BR" b="1" dirty="0"/>
              <a:t>medidos</a:t>
            </a:r>
          </a:p>
          <a:p>
            <a:r>
              <a:rPr lang="pt-BR" dirty="0"/>
              <a:t>Pode-se avaliar a facilidade de aprendizado medindo:</a:t>
            </a:r>
          </a:p>
          <a:p>
            <a:pPr lvl="1"/>
            <a:r>
              <a:rPr lang="pt-BR" dirty="0"/>
              <a:t>Quantos erros os usuários cometem nas primeiras sessões de uso?</a:t>
            </a:r>
          </a:p>
          <a:p>
            <a:pPr lvl="1"/>
            <a:r>
              <a:rPr lang="pt-BR" dirty="0"/>
              <a:t>Quantos usuários conseguiram completar com sucesso determinadas tarefas?</a:t>
            </a:r>
          </a:p>
          <a:p>
            <a:pPr lvl="1"/>
            <a:r>
              <a:rPr lang="pt-BR" dirty="0"/>
              <a:t>Quantas vezes os usuários consultaram a ajuda on-line ou o manual de usuário?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695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407"/>
    </mc:Choice>
    <mc:Fallback xmlns="">
      <p:transition spd="slow" advTm="18540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de 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Os usuários realizam tarefas usando o sistema num ambiente controlado</a:t>
            </a:r>
          </a:p>
          <a:p>
            <a:r>
              <a:rPr lang="pt-BR" dirty="0"/>
              <a:t>São registrados vários dados sobre o desempenho dos participantes na realização das tarefas e suas opiniões e sentimentos decorrente de suas experiências de uso</a:t>
            </a:r>
          </a:p>
          <a:p>
            <a:pPr lvl="1"/>
            <a:r>
              <a:rPr lang="pt-BR" dirty="0"/>
              <a:t>Gravação em vídeo dos usuários, expressões faciais e movimentos do mouse e teclas digitadas</a:t>
            </a:r>
          </a:p>
          <a:p>
            <a:pPr lvl="1"/>
            <a:r>
              <a:rPr lang="pt-BR" dirty="0"/>
              <a:t>Gravação da interação por programas de captura de tela</a:t>
            </a:r>
          </a:p>
          <a:p>
            <a:pPr lvl="1"/>
            <a:r>
              <a:rPr lang="pt-BR" dirty="0"/>
              <a:t>Registros de log</a:t>
            </a:r>
          </a:p>
          <a:p>
            <a:r>
              <a:rPr lang="pt-BR" dirty="0"/>
              <a:t>Outros dados</a:t>
            </a:r>
          </a:p>
          <a:p>
            <a:pPr lvl="1"/>
            <a:r>
              <a:rPr lang="pt-BR" dirty="0"/>
              <a:t>Áudio: “pensar em voz alta”</a:t>
            </a:r>
          </a:p>
          <a:p>
            <a:pPr lvl="2"/>
            <a:r>
              <a:rPr lang="pt-BR" dirty="0"/>
              <a:t>Falam o que pensam enquanto realizam a tarefa</a:t>
            </a:r>
          </a:p>
          <a:p>
            <a:pPr lvl="1"/>
            <a:r>
              <a:rPr lang="pt-BR" dirty="0"/>
              <a:t>Questionário de satisfação</a:t>
            </a:r>
          </a:p>
          <a:p>
            <a:pPr lvl="1"/>
            <a:r>
              <a:rPr lang="pt-BR" dirty="0"/>
              <a:t>Entrevista estruturada ou semiestruturada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226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706"/>
    </mc:Choice>
    <mc:Fallback xmlns="">
      <p:transition spd="slow" advTm="34070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Atividades do Teste de 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7</a:t>
            </a:fld>
            <a:endParaRPr lang="pt-B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412776"/>
            <a:ext cx="9652274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238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073"/>
    </mc:Choice>
    <mc:Fallback xmlns="">
      <p:transition spd="slow" advTm="24107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Atividades do Teste de 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Preparação</a:t>
            </a:r>
          </a:p>
          <a:p>
            <a:pPr lvl="1"/>
            <a:r>
              <a:rPr lang="pt-BR" dirty="0"/>
              <a:t>São definidas as tarefas que os participantes vão realizar e os dados a serem coletados</a:t>
            </a:r>
          </a:p>
          <a:p>
            <a:pPr lvl="2"/>
            <a:r>
              <a:rPr lang="pt-BR" dirty="0"/>
              <a:t>Buscar informações, ler em diferentes tipos de fontes, navegar por diferentes menu</a:t>
            </a:r>
          </a:p>
          <a:p>
            <a:r>
              <a:rPr lang="pt-BR" dirty="0"/>
              <a:t>Coleta de dados</a:t>
            </a:r>
          </a:p>
          <a:p>
            <a:pPr lvl="1"/>
            <a:r>
              <a:rPr lang="pt-BR" dirty="0"/>
              <a:t>Questionário pré-teste</a:t>
            </a:r>
          </a:p>
          <a:p>
            <a:pPr lvl="1"/>
            <a:r>
              <a:rPr lang="pt-BR" dirty="0"/>
              <a:t>Sessão de observação</a:t>
            </a:r>
          </a:p>
          <a:p>
            <a:pPr lvl="1"/>
            <a:r>
              <a:rPr lang="pt-BR" dirty="0"/>
              <a:t>Entrevista pós-teste</a:t>
            </a:r>
          </a:p>
          <a:p>
            <a:r>
              <a:rPr lang="pt-BR" dirty="0"/>
              <a:t>Para cada tarefa, realizada por cada participante, é possível medir: </a:t>
            </a:r>
          </a:p>
          <a:p>
            <a:pPr lvl="1"/>
            <a:r>
              <a:rPr lang="pt-BR" dirty="0"/>
              <a:t>o grau de sucesso da execução </a:t>
            </a:r>
          </a:p>
          <a:p>
            <a:pPr lvl="1"/>
            <a:r>
              <a:rPr lang="pt-BR" dirty="0"/>
              <a:t>o total de erros cometidos </a:t>
            </a:r>
          </a:p>
          <a:p>
            <a:pPr lvl="1"/>
            <a:r>
              <a:rPr lang="pt-BR" dirty="0"/>
              <a:t>quantos erros de cada tipo ocorreram</a:t>
            </a:r>
          </a:p>
          <a:p>
            <a:pPr lvl="1"/>
            <a:r>
              <a:rPr lang="pt-BR" dirty="0"/>
              <a:t>quanto tempo foi necessário para concluí-la</a:t>
            </a:r>
          </a:p>
          <a:p>
            <a:pPr lvl="1"/>
            <a:r>
              <a:rPr lang="pt-BR" dirty="0"/>
              <a:t>o grau de satisfação do usuário,  etc.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120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48"/>
    </mc:Choice>
    <mc:Fallback xmlns="">
      <p:transition spd="slow" advTm="9474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Atividades do Teste de 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Também são coletados</a:t>
            </a:r>
          </a:p>
          <a:p>
            <a:pPr lvl="1"/>
            <a:r>
              <a:rPr lang="pt-BR" dirty="0"/>
              <a:t>Anotações do avaliador, vídeos de interação, registro das teclas digitadas e áudio com os comentários dos participantes</a:t>
            </a:r>
          </a:p>
          <a:p>
            <a:r>
              <a:rPr lang="pt-BR" dirty="0"/>
              <a:t>Tempo e número (quantidade) são as duas medidas de desempenho utilizadas</a:t>
            </a:r>
          </a:p>
          <a:p>
            <a:pPr lvl="1"/>
            <a:r>
              <a:rPr lang="pt-BR" dirty="0"/>
              <a:t>Tempo pra completar uma tarefa</a:t>
            </a:r>
          </a:p>
          <a:p>
            <a:pPr lvl="1"/>
            <a:r>
              <a:rPr lang="pt-BR" dirty="0"/>
              <a:t>Tempo para completar uma tarefa após um determinado tempo sem utilizar o produto</a:t>
            </a:r>
          </a:p>
          <a:p>
            <a:pPr lvl="1"/>
            <a:r>
              <a:rPr lang="pt-BR" dirty="0"/>
              <a:t>Número e tipo de erros por tarefa</a:t>
            </a:r>
          </a:p>
          <a:p>
            <a:pPr lvl="1"/>
            <a:r>
              <a:rPr lang="pt-BR" dirty="0"/>
              <a:t>Número de erros por unidade de tempo</a:t>
            </a:r>
          </a:p>
          <a:p>
            <a:pPr lvl="1"/>
            <a:r>
              <a:rPr lang="pt-BR" dirty="0"/>
              <a:t>Número de consultas à ajuda</a:t>
            </a:r>
          </a:p>
          <a:p>
            <a:pPr lvl="1"/>
            <a:r>
              <a:rPr lang="pt-BR" dirty="0"/>
              <a:t>Número de usuários que cometeram um determinado erro</a:t>
            </a:r>
          </a:p>
          <a:p>
            <a:pPr lvl="1"/>
            <a:r>
              <a:rPr lang="pt-BR" dirty="0"/>
              <a:t>Número de usuários que completam uma tarefa com sucesso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45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152"/>
    </mc:Choice>
    <mc:Fallback xmlns="">
      <p:transition spd="slow" advTm="6715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Laboratórios e equipamentos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10</a:t>
            </a:fld>
            <a:endParaRPr lang="pt-BR"/>
          </a:p>
        </p:txBody>
      </p:sp>
      <p:pic>
        <p:nvPicPr>
          <p:cNvPr id="1026" name="Picture 2" descr="http://rbbideas.com/blog/wp-content/uploads/2014/08/rbbi-la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2420888"/>
            <a:ext cx="9159003" cy="2808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4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311"/>
    </mc:Choice>
    <mc:Fallback xmlns="">
      <p:transition spd="slow" advTm="7231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Laboratórios e equipamentos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11</a:t>
            </a:fld>
            <a:endParaRPr lang="pt-BR"/>
          </a:p>
        </p:txBody>
      </p:sp>
      <p:pic>
        <p:nvPicPr>
          <p:cNvPr id="7" name="Picture 4" descr="http://benmelbourne.files.wordpress.com/2013/04/pop-up-mobile-usability-testing-lab-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80" y="2053073"/>
            <a:ext cx="2952496" cy="3931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6" y="4182728"/>
            <a:ext cx="3384376" cy="2270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2" descr="http://www.ics.uci.edu/~kobsa/courses/ICS104/course-notes/Usability-lab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634" y="1941421"/>
            <a:ext cx="3060340" cy="20776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11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58"/>
    </mc:Choice>
    <mc:Fallback xmlns="">
      <p:transition spd="slow" advTm="495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Laboratórios e equipamentos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12</a:t>
            </a:fld>
            <a:endParaRPr lang="pt-BR"/>
          </a:p>
        </p:txBody>
      </p:sp>
      <p:pic>
        <p:nvPicPr>
          <p:cNvPr id="1026" name="Picture 2" descr="https://fedoraproject.org/w/uploads/7/73/Usabilitylab_fullkitinbox_unlabe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776" y="1635617"/>
            <a:ext cx="6192688" cy="4550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16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763"/>
    </mc:Choice>
    <mc:Fallback xmlns="">
      <p:transition spd="slow" advTm="3776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Atividades do Teste de 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Interpretação e consolidação</a:t>
            </a:r>
          </a:p>
          <a:p>
            <a:pPr lvl="1"/>
            <a:r>
              <a:rPr lang="pt-BR" dirty="0"/>
              <a:t>Os dados devem ser organizados de modo a evidenciar as relações entre eles</a:t>
            </a:r>
          </a:p>
          <a:p>
            <a:pPr lvl="1"/>
            <a:r>
              <a:rPr lang="pt-BR" dirty="0"/>
              <a:t>Historicamente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resultados quantitativos</a:t>
            </a:r>
          </a:p>
          <a:p>
            <a:pPr lvl="2"/>
            <a:r>
              <a:rPr lang="pt-BR" dirty="0"/>
              <a:t>Testar hipóteses</a:t>
            </a:r>
          </a:p>
          <a:p>
            <a:pPr lvl="2"/>
            <a:r>
              <a:rPr lang="pt-BR" dirty="0"/>
              <a:t>Descobrir tendências</a:t>
            </a:r>
          </a:p>
          <a:p>
            <a:pPr lvl="2"/>
            <a:r>
              <a:rPr lang="pt-BR" dirty="0"/>
              <a:t>Comparar soluções alternativas</a:t>
            </a:r>
          </a:p>
          <a:p>
            <a:pPr lvl="2"/>
            <a:r>
              <a:rPr lang="pt-BR" dirty="0"/>
              <a:t>Verificar metas de usabilidade</a:t>
            </a:r>
          </a:p>
          <a:p>
            <a:pPr lvl="2"/>
            <a:r>
              <a:rPr lang="pt-BR" dirty="0"/>
              <a:t>Ex. quantos usuários conseguiram realizar uma tarefa em até cinco minutos</a:t>
            </a:r>
          </a:p>
          <a:p>
            <a:pPr lvl="1"/>
            <a:r>
              <a:rPr lang="pt-BR" dirty="0"/>
              <a:t>As conclusões costumam ser bem gerais: a parte do sistema relacionada com a tarefa avaliada não é tão eficiente quanto desejado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23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204"/>
    </mc:Choice>
    <mc:Fallback xmlns="">
      <p:transition spd="slow" advTm="22020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Atividades do Teste de 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Mais recentemente, o teste de usabilidade também tem sido empregado para fornecer resultados qualitativos</a:t>
            </a:r>
          </a:p>
          <a:p>
            <a:pPr lvl="1"/>
            <a:r>
              <a:rPr lang="pt-BR" dirty="0"/>
              <a:t>A análise dos dados também deve identificar a origem dos problemas na interação</a:t>
            </a:r>
          </a:p>
          <a:p>
            <a:pPr lvl="1"/>
            <a:r>
              <a:rPr lang="pt-BR" dirty="0"/>
              <a:t>Um trecho de interação em que ocorreu um problema pode estar associado a uma parte do áudio com comentários do participante, a um conjunto de teclas digitadas e a certas anotações do avaliador</a:t>
            </a:r>
          </a:p>
          <a:p>
            <a:pPr lvl="1"/>
            <a:r>
              <a:rPr lang="pt-BR" dirty="0"/>
              <a:t>A análise conjunta desses dados pode revelar aspectos que não seriam identificados através da análise de um único tipo de dado</a:t>
            </a:r>
          </a:p>
          <a:p>
            <a:r>
              <a:rPr lang="pt-BR" dirty="0"/>
              <a:t>Consolidação dos dados</a:t>
            </a:r>
          </a:p>
          <a:p>
            <a:pPr lvl="1"/>
            <a:r>
              <a:rPr lang="pt-BR" dirty="0"/>
              <a:t>O avaliador deve categorizar os problemas encontrados durante a interação de todos os participantes, descrevendo cada categoria de problema, em que partes da interface ela ocorre e os impactos imediatos na usabilidade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6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853"/>
    </mc:Choice>
    <mc:Fallback xmlns="">
      <p:transition spd="slow" advTm="10485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Atividades do Teste de 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Relato dos resultados</a:t>
            </a:r>
          </a:p>
          <a:p>
            <a:pPr lvl="1"/>
            <a:r>
              <a:rPr lang="pt-BR" dirty="0"/>
              <a:t>Objetivos e escopo da avaliação</a:t>
            </a:r>
          </a:p>
          <a:p>
            <a:pPr lvl="1"/>
            <a:r>
              <a:rPr lang="pt-BR" dirty="0"/>
              <a:t>Descrição do método</a:t>
            </a:r>
          </a:p>
          <a:p>
            <a:pPr lvl="1"/>
            <a:r>
              <a:rPr lang="pt-BR" dirty="0"/>
              <a:t>Número e perfil dos avaliadores e participantes</a:t>
            </a:r>
          </a:p>
          <a:p>
            <a:pPr lvl="1"/>
            <a:r>
              <a:rPr lang="pt-BR" dirty="0"/>
              <a:t>Tarefas executadas pelos participantes</a:t>
            </a:r>
          </a:p>
          <a:p>
            <a:pPr lvl="1"/>
            <a:r>
              <a:rPr lang="pt-BR" dirty="0"/>
              <a:t>Tabelas e gráficos com medições</a:t>
            </a:r>
          </a:p>
          <a:p>
            <a:pPr lvl="1"/>
            <a:r>
              <a:rPr lang="pt-BR" dirty="0"/>
              <a:t>Lista de problemas</a:t>
            </a:r>
          </a:p>
          <a:p>
            <a:pPr lvl="2"/>
            <a:r>
              <a:rPr lang="pt-BR" dirty="0"/>
              <a:t>Local</a:t>
            </a:r>
          </a:p>
          <a:p>
            <a:pPr lvl="2"/>
            <a:r>
              <a:rPr lang="pt-BR" dirty="0"/>
              <a:t>Descrição e justificativa</a:t>
            </a:r>
          </a:p>
          <a:p>
            <a:pPr lvl="2"/>
            <a:r>
              <a:rPr lang="pt-BR" dirty="0"/>
              <a:t>Discussão</a:t>
            </a:r>
          </a:p>
          <a:p>
            <a:pPr lvl="2"/>
            <a:r>
              <a:rPr lang="pt-BR" dirty="0"/>
              <a:t>Sugestões de solução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7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884"/>
    </mc:Choice>
    <mc:Fallback xmlns="">
      <p:transition spd="slow" advTm="3288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Prototipação em papel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217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26"/>
    </mc:Choice>
    <mc:Fallback xmlns="">
      <p:transition spd="slow" advTm="3052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Prototipação em papel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Uma das formas </a:t>
            </a:r>
            <a:r>
              <a:rPr lang="pt-BR" b="1" dirty="0"/>
              <a:t>mais utilizadas </a:t>
            </a:r>
            <a:r>
              <a:rPr lang="pt-BR" dirty="0"/>
              <a:t>de prototipação </a:t>
            </a:r>
            <a:r>
              <a:rPr lang="pt-BR" b="1" dirty="0"/>
              <a:t>rápida</a:t>
            </a:r>
          </a:p>
          <a:p>
            <a:r>
              <a:rPr lang="pt-BR" dirty="0"/>
              <a:t>Principais </a:t>
            </a:r>
            <a:r>
              <a:rPr lang="pt-BR" b="1" dirty="0"/>
              <a:t>vantagens</a:t>
            </a:r>
          </a:p>
          <a:p>
            <a:pPr lvl="1"/>
            <a:r>
              <a:rPr lang="pt-BR" dirty="0"/>
              <a:t>Baixa fidelidade</a:t>
            </a:r>
          </a:p>
          <a:p>
            <a:pPr lvl="1"/>
            <a:r>
              <a:rPr lang="pt-BR" dirty="0"/>
              <a:t>Simples confecção</a:t>
            </a:r>
          </a:p>
          <a:p>
            <a:pPr lvl="1"/>
            <a:r>
              <a:rPr lang="pt-BR" dirty="0"/>
              <a:t>Fácil execução</a:t>
            </a:r>
          </a:p>
          <a:p>
            <a:pPr lvl="1"/>
            <a:r>
              <a:rPr lang="pt-BR" dirty="0"/>
              <a:t>Economia de tempo e dinheiro</a:t>
            </a:r>
          </a:p>
          <a:p>
            <a:pPr lvl="1"/>
            <a:r>
              <a:rPr lang="pt-BR" dirty="0"/>
              <a:t>Rápida incorporação de feedback no momento de produção</a:t>
            </a:r>
          </a:p>
          <a:p>
            <a:r>
              <a:rPr lang="pt-BR" dirty="0"/>
              <a:t>Método que avalia a </a:t>
            </a:r>
            <a:r>
              <a:rPr lang="pt-BR" b="1" dirty="0"/>
              <a:t>usabilidade</a:t>
            </a:r>
            <a:r>
              <a:rPr lang="pt-BR" dirty="0"/>
              <a:t> de um design de IHC </a:t>
            </a:r>
            <a:r>
              <a:rPr lang="pt-BR" b="1" dirty="0"/>
              <a:t>representado em papel</a:t>
            </a:r>
            <a:r>
              <a:rPr lang="pt-BR" dirty="0"/>
              <a:t>, através de </a:t>
            </a:r>
            <a:r>
              <a:rPr lang="pt-BR" b="1" dirty="0"/>
              <a:t>simulações de uso </a:t>
            </a:r>
            <a:r>
              <a:rPr lang="pt-BR" dirty="0"/>
              <a:t>com a participação de potenciais usuários</a:t>
            </a:r>
          </a:p>
          <a:p>
            <a:r>
              <a:rPr lang="pt-BR" dirty="0"/>
              <a:t>É um modo </a:t>
            </a:r>
            <a:r>
              <a:rPr lang="pt-BR" b="1" dirty="0"/>
              <a:t>rápido e barato </a:t>
            </a:r>
            <a:r>
              <a:rPr lang="pt-BR" dirty="0"/>
              <a:t>de identificar problemas de usabilidade com a participação dos usuários, </a:t>
            </a:r>
            <a:r>
              <a:rPr lang="pt-BR" b="1" dirty="0"/>
              <a:t>antes</a:t>
            </a:r>
            <a:r>
              <a:rPr lang="pt-BR" dirty="0"/>
              <a:t> mesmo de construir uma solução executável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85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081"/>
    </mc:Choice>
    <mc:Fallback xmlns="">
      <p:transition spd="slow" advTm="19008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Prototipação em papel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usuários </a:t>
            </a:r>
            <a:r>
              <a:rPr lang="pt-BR" b="1" dirty="0"/>
              <a:t>simulam a execução de tarefas </a:t>
            </a:r>
            <a:r>
              <a:rPr lang="pt-BR" dirty="0"/>
              <a:t>num protótipo em papel, falando, fazendo gestos ou escrevendo suas intenções de ação sobre o sistema</a:t>
            </a:r>
          </a:p>
          <a:p>
            <a:r>
              <a:rPr lang="pt-BR" dirty="0"/>
              <a:t>Um avaliador atua como “</a:t>
            </a:r>
            <a:r>
              <a:rPr lang="pt-BR" b="1" dirty="0"/>
              <a:t>computador</a:t>
            </a:r>
            <a:r>
              <a:rPr lang="pt-BR" dirty="0"/>
              <a:t>” para simular em papel a execução do sistema e expressar suas reações em resposta às ações do usuário</a:t>
            </a:r>
          </a:p>
          <a:p>
            <a:r>
              <a:rPr lang="pt-BR" dirty="0"/>
              <a:t>Outro avaliador </a:t>
            </a:r>
            <a:r>
              <a:rPr lang="pt-BR" b="1" dirty="0"/>
              <a:t>observa e registra </a:t>
            </a:r>
            <a:r>
              <a:rPr lang="pt-BR" dirty="0"/>
              <a:t>a experiência de uso simulada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907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088"/>
    </mc:Choice>
    <mc:Fallback xmlns="">
      <p:transition spd="slow" advTm="48088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Prototipação em papel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19</a:t>
            </a:fld>
            <a:endParaRPr lang="pt-BR"/>
          </a:p>
        </p:txBody>
      </p:sp>
      <p:pic>
        <p:nvPicPr>
          <p:cNvPr id="1026" name="Picture 2" descr="http://i.ytimg.com/vi/oYS7r0xFX-s/maxresdefaul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1421777"/>
            <a:ext cx="6120680" cy="3442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Users\Bruno\Desktop\Lo-Fi_discussion2_-larg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320" y="2909712"/>
            <a:ext cx="4352487" cy="3264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17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51"/>
    </mc:Choice>
    <mc:Fallback xmlns="">
      <p:transition spd="slow" advTm="5695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20</a:t>
            </a:fld>
            <a:endParaRPr lang="pt-BR"/>
          </a:p>
        </p:txBody>
      </p:sp>
      <p:pic>
        <p:nvPicPr>
          <p:cNvPr id="7" name="Picture 2" descr="C:\Users\Bruno\Desktop\IMG_0723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35560" y="224459"/>
            <a:ext cx="7048380" cy="6088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85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416"/>
    </mc:Choice>
    <mc:Fallback xmlns="">
      <p:transition spd="slow" advTm="5441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21</a:t>
            </a:fld>
            <a:endParaRPr lang="pt-BR"/>
          </a:p>
        </p:txBody>
      </p:sp>
      <p:pic>
        <p:nvPicPr>
          <p:cNvPr id="7" name="Picture 3" descr="C:\Users\Bruno\Desktop\paper_prototyp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404664"/>
            <a:ext cx="8973574" cy="56880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79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12"/>
    </mc:Choice>
    <mc:Fallback xmlns="">
      <p:transition spd="slow" advTm="1221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pode ser avaliado?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Funcionalidade</a:t>
            </a:r>
          </a:p>
          <a:p>
            <a:r>
              <a:rPr lang="pt-BR" dirty="0"/>
              <a:t>Navegação e Estrutura</a:t>
            </a:r>
          </a:p>
          <a:p>
            <a:r>
              <a:rPr lang="pt-BR" dirty="0"/>
              <a:t>Arquitetura da Informação</a:t>
            </a:r>
          </a:p>
          <a:p>
            <a:r>
              <a:rPr lang="pt-BR" dirty="0"/>
              <a:t>Fluxo de telas</a:t>
            </a:r>
          </a:p>
          <a:p>
            <a:r>
              <a:rPr lang="pt-BR" dirty="0"/>
              <a:t>Layout e Agrupamento dos elementos</a:t>
            </a:r>
          </a:p>
          <a:p>
            <a:r>
              <a:rPr lang="pt-BR" dirty="0"/>
              <a:t>Conteúdo</a:t>
            </a:r>
          </a:p>
          <a:p>
            <a:r>
              <a:rPr lang="pt-BR" dirty="0"/>
              <a:t>Terminologia e linguagem</a:t>
            </a:r>
          </a:p>
          <a:p>
            <a:r>
              <a:rPr lang="pt-BR" dirty="0"/>
              <a:t>Rótulos, botões e controles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79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174"/>
    </mc:Choice>
    <mc:Fallback xmlns="">
      <p:transition spd="slow" advTm="4317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Atividades da Prototipação em Papel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23</a:t>
            </a:fld>
            <a:endParaRPr lang="pt-B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1210340"/>
            <a:ext cx="8871993" cy="5400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481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491"/>
    </mc:Choice>
    <mc:Fallback xmlns="">
      <p:transition spd="slow" advTm="18149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Preparação na Prototipação em Papel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avaliador deve elaborar protótipos em papel:</a:t>
            </a:r>
          </a:p>
          <a:p>
            <a:pPr lvl="1"/>
            <a:r>
              <a:rPr lang="pt-BR" dirty="0"/>
              <a:t>Parte “</a:t>
            </a:r>
            <a:r>
              <a:rPr lang="pt-BR" b="1" dirty="0"/>
              <a:t>estática</a:t>
            </a:r>
            <a:r>
              <a:rPr lang="pt-BR" dirty="0"/>
              <a:t>”: as telas do sistema com os principais elementos com os quais o usuário vai interagir</a:t>
            </a:r>
          </a:p>
          <a:p>
            <a:pPr lvl="1"/>
            <a:r>
              <a:rPr lang="pt-BR" dirty="0"/>
              <a:t>Parte “</a:t>
            </a:r>
            <a:r>
              <a:rPr lang="pt-BR" b="1" dirty="0"/>
              <a:t>dinâmica</a:t>
            </a:r>
            <a:r>
              <a:rPr lang="pt-BR" dirty="0"/>
              <a:t>”: os itens de interface que se modificam, tais como menus, dicas, itens de alguma lista e resultados de busca </a:t>
            </a:r>
          </a:p>
          <a:p>
            <a:r>
              <a:rPr lang="pt-BR" dirty="0"/>
              <a:t>O que for possível prever deve ser preparado </a:t>
            </a:r>
            <a:r>
              <a:rPr lang="pt-BR" b="1" dirty="0"/>
              <a:t>antes</a:t>
            </a:r>
            <a:r>
              <a:rPr lang="pt-BR" dirty="0"/>
              <a:t> das simulações de uso. </a:t>
            </a:r>
          </a:p>
          <a:p>
            <a:r>
              <a:rPr lang="pt-BR" dirty="0"/>
              <a:t>O que não for possível será desenhado no papel </a:t>
            </a:r>
            <a:r>
              <a:rPr lang="pt-BR" b="1" dirty="0"/>
              <a:t>durante</a:t>
            </a:r>
            <a:r>
              <a:rPr lang="pt-BR" dirty="0"/>
              <a:t> as simulações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993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90"/>
    </mc:Choice>
    <mc:Fallback xmlns="">
      <p:transition spd="slow" advTm="4659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Quais elementos incluir no Protótipo em Papel?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protótipo geralmente </a:t>
            </a:r>
            <a:r>
              <a:rPr lang="pt-BR" b="1" dirty="0"/>
              <a:t>não precisa ser completo</a:t>
            </a:r>
          </a:p>
          <a:p>
            <a:r>
              <a:rPr lang="pt-BR" dirty="0"/>
              <a:t>Considere as 3 ou 4 principais tarefas do projeto (mais utilizadas pelo usuário) e faça um protótipo para testá-las</a:t>
            </a:r>
          </a:p>
          <a:p>
            <a:r>
              <a:rPr lang="pt-BR" dirty="0"/>
              <a:t>Comece com conceitos simples e depois evolua para protótipos mais abrangentes ou profundos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85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25"/>
    </mc:Choice>
    <mc:Fallback xmlns="">
      <p:transition spd="slow" advTm="32325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6 Mitos da prototipação em papel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indent="-457200">
              <a:buSzPct val="100000"/>
              <a:buFont typeface="+mj-lt"/>
              <a:buAutoNum type="arabicPeriod"/>
            </a:pPr>
            <a:r>
              <a:rPr lang="pt-BR" dirty="0"/>
              <a:t>“Protótipo deve ser bonito”</a:t>
            </a:r>
          </a:p>
          <a:p>
            <a:pPr marL="525780" indent="-457200">
              <a:buSzPct val="100000"/>
              <a:buFont typeface="+mj-lt"/>
              <a:buAutoNum type="arabicPeriod"/>
            </a:pPr>
            <a:r>
              <a:rPr lang="pt-BR" dirty="0"/>
              <a:t>“Só sei desenhar direto no layout”</a:t>
            </a:r>
          </a:p>
          <a:p>
            <a:pPr marL="525780" indent="-457200">
              <a:buSzPct val="100000"/>
              <a:buFont typeface="+mj-lt"/>
              <a:buAutoNum type="arabicPeriod"/>
            </a:pPr>
            <a:r>
              <a:rPr lang="pt-BR" dirty="0"/>
              <a:t>“Não parece profissional”</a:t>
            </a:r>
          </a:p>
          <a:p>
            <a:pPr marL="525780" indent="-457200">
              <a:buSzPct val="100000"/>
              <a:buFont typeface="+mj-lt"/>
              <a:buAutoNum type="arabicPeriod"/>
            </a:pPr>
            <a:r>
              <a:rPr lang="pt-BR" dirty="0"/>
              <a:t>“Meu chefe não irá entender”</a:t>
            </a:r>
          </a:p>
          <a:p>
            <a:pPr marL="525780" indent="-457200">
              <a:buSzPct val="100000"/>
              <a:buFont typeface="+mj-lt"/>
              <a:buAutoNum type="arabicPeriod"/>
            </a:pPr>
            <a:r>
              <a:rPr lang="pt-BR" dirty="0"/>
              <a:t>“</a:t>
            </a:r>
            <a:r>
              <a:rPr lang="pt-BR" dirty="0" err="1"/>
              <a:t>Prototipar</a:t>
            </a:r>
            <a:r>
              <a:rPr lang="pt-BR" dirty="0"/>
              <a:t> depende da plataforma”</a:t>
            </a:r>
          </a:p>
          <a:p>
            <a:pPr marL="525780" indent="-457200">
              <a:buSzPct val="100000"/>
              <a:buFont typeface="+mj-lt"/>
              <a:buAutoNum type="arabicPeriod"/>
            </a:pPr>
            <a:r>
              <a:rPr lang="pt-BR" dirty="0"/>
              <a:t>“Impossível simular interatividade com papel”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821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297"/>
    </mc:Choice>
    <mc:Fallback xmlns="">
      <p:transition spd="slow" advTm="163297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Coleta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Deve ser realizada por pelo menos </a:t>
            </a:r>
            <a:r>
              <a:rPr lang="pt-BR" b="1" dirty="0"/>
              <a:t>dois</a:t>
            </a:r>
            <a:r>
              <a:rPr lang="pt-BR" dirty="0"/>
              <a:t> avaliadores</a:t>
            </a:r>
          </a:p>
          <a:p>
            <a:pPr lvl="1"/>
            <a:r>
              <a:rPr lang="pt-BR" dirty="0"/>
              <a:t>Um responsável por simular o comportamento do sistema e outro por observar a experiência de uso</a:t>
            </a:r>
          </a:p>
          <a:p>
            <a:r>
              <a:rPr lang="pt-BR" dirty="0"/>
              <a:t>O responsável por simular o sistema busca compreender as ações do usuário sobre o protótipo em papel e </a:t>
            </a:r>
            <a:r>
              <a:rPr lang="pt-BR" b="1" dirty="0"/>
              <a:t>modifica</a:t>
            </a:r>
            <a:r>
              <a:rPr lang="pt-BR" dirty="0"/>
              <a:t> a interface conforme o comportamento planejado para o sistema, </a:t>
            </a:r>
            <a:r>
              <a:rPr lang="pt-BR" b="1" dirty="0"/>
              <a:t>sem fornecer </a:t>
            </a:r>
            <a:r>
              <a:rPr lang="pt-BR" dirty="0"/>
              <a:t>explicações ou orientações para o usuário</a:t>
            </a:r>
          </a:p>
          <a:p>
            <a:r>
              <a:rPr lang="pt-BR" b="1" dirty="0"/>
              <a:t>Tudo</a:t>
            </a:r>
            <a:r>
              <a:rPr lang="pt-BR" dirty="0"/>
              <a:t> que for necessário informar ao usuário deve ser representado na interface do sistema</a:t>
            </a:r>
          </a:p>
          <a:p>
            <a:r>
              <a:rPr lang="pt-BR" dirty="0"/>
              <a:t>O responsável por simular o comportamento do sistema apresenta o protótipo em papel e explica como estão representados os elementos de interface e como os participantes podem “interagir” com eles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0314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45"/>
    </mc:Choice>
    <mc:Fallback xmlns="">
      <p:transition spd="slow" advTm="157845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Coleta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participante interage com o protótipo em papel da interface do sistema</a:t>
            </a:r>
          </a:p>
          <a:p>
            <a:r>
              <a:rPr lang="pt-BR" dirty="0"/>
              <a:t>Para iniciar uma tarefa, o participante pode querer navegar pelos itens de menu (falando ou colocando o dedo sobre o item)</a:t>
            </a:r>
          </a:p>
          <a:p>
            <a:r>
              <a:rPr lang="pt-BR" dirty="0"/>
              <a:t>Como resposta, o avaliador apresenta </a:t>
            </a:r>
            <a:r>
              <a:rPr lang="pt-BR" b="1" dirty="0"/>
              <a:t>um pedaço de papel </a:t>
            </a:r>
            <a:r>
              <a:rPr lang="pt-BR" dirty="0"/>
              <a:t>com os subitens do menu indicado</a:t>
            </a:r>
          </a:p>
          <a:p>
            <a:r>
              <a:rPr lang="pt-BR" dirty="0"/>
              <a:t>Quando o usuário escolher a opção, o avaliador </a:t>
            </a:r>
            <a:r>
              <a:rPr lang="pt-BR" b="1" dirty="0"/>
              <a:t>modifica a interface</a:t>
            </a:r>
            <a:r>
              <a:rPr lang="pt-BR" dirty="0"/>
              <a:t>, simulando outro comportamento</a:t>
            </a:r>
          </a:p>
          <a:p>
            <a:pPr lvl="1"/>
            <a:r>
              <a:rPr lang="pt-BR" dirty="0"/>
              <a:t>Abrindo um diálogo sobre a tela ou substituindo a tela por outra</a:t>
            </a:r>
          </a:p>
          <a:p>
            <a:r>
              <a:rPr lang="pt-BR" dirty="0"/>
              <a:t>Sempre que necessário, os avaliadores podem modificar ligeiramente a interface para solucionar algum problema simples de usabilidade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47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79"/>
    </mc:Choice>
    <mc:Fallback xmlns="">
      <p:transition spd="slow" advTm="29579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Coleta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Se o problema for </a:t>
            </a:r>
            <a:r>
              <a:rPr lang="pt-BR" b="1" dirty="0"/>
              <a:t>complexo</a:t>
            </a:r>
            <a:r>
              <a:rPr lang="pt-BR" dirty="0"/>
              <a:t>, os avaliadores podem sugerir que o participante passe para a próxima tarefa</a:t>
            </a:r>
          </a:p>
          <a:p>
            <a:r>
              <a:rPr lang="pt-BR" dirty="0"/>
              <a:t>O observador deve ficar atento a diversos aspectos</a:t>
            </a:r>
          </a:p>
          <a:p>
            <a:pPr lvl="1"/>
            <a:r>
              <a:rPr lang="pt-BR" dirty="0"/>
              <a:t>Partes da interface que funcionaram bem e que funcionaram mal</a:t>
            </a:r>
          </a:p>
          <a:p>
            <a:pPr lvl="1"/>
            <a:r>
              <a:rPr lang="pt-BR" dirty="0"/>
              <a:t>Quais tarefas foram concluídas com sucesso</a:t>
            </a:r>
          </a:p>
          <a:p>
            <a:pPr lvl="1"/>
            <a:r>
              <a:rPr lang="pt-BR" dirty="0"/>
              <a:t>Quais erros foram cometidos</a:t>
            </a:r>
          </a:p>
          <a:p>
            <a:pPr lvl="1"/>
            <a:r>
              <a:rPr lang="pt-BR" dirty="0"/>
              <a:t>Quais comentários foram feitos</a:t>
            </a:r>
          </a:p>
          <a:p>
            <a:pPr lvl="1"/>
            <a:r>
              <a:rPr lang="pt-BR" dirty="0"/>
              <a:t>Outros detalhes</a:t>
            </a:r>
          </a:p>
          <a:p>
            <a:r>
              <a:rPr lang="pt-BR" dirty="0"/>
              <a:t>Os avaliadores podem realizar uma </a:t>
            </a:r>
            <a:r>
              <a:rPr lang="pt-BR" b="1" dirty="0"/>
              <a:t>entrevista pós-teste </a:t>
            </a:r>
            <a:r>
              <a:rPr lang="pt-BR" dirty="0"/>
              <a:t>para colher a opinião do participante sobre o protótipo da interface e sugestões de melhoria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01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116"/>
    </mc:Choice>
    <mc:Fallback xmlns="">
      <p:transition spd="slow" advTm="40116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Interpretação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Após cada experiência de uso observada, os avaliadores se reúnem para realizar a interpretação</a:t>
            </a:r>
          </a:p>
          <a:p>
            <a:r>
              <a:rPr lang="pt-BR" dirty="0"/>
              <a:t>Todos os dados coletados são analisados a fim de identificar problemas de usabilidade no protótipo</a:t>
            </a:r>
          </a:p>
          <a:p>
            <a:r>
              <a:rPr lang="pt-BR" dirty="0"/>
              <a:t>O resultado da análise é uma </a:t>
            </a:r>
            <a:r>
              <a:rPr lang="pt-BR" b="1" dirty="0"/>
              <a:t>lista de problemas </a:t>
            </a:r>
            <a:r>
              <a:rPr lang="pt-BR" dirty="0"/>
              <a:t>na interface que devem ser corrigidos</a:t>
            </a:r>
          </a:p>
          <a:p>
            <a:r>
              <a:rPr lang="pt-BR" dirty="0"/>
              <a:t>O avaliador responsável pela observação pode começar a interpretar os dados da experiência de uso </a:t>
            </a:r>
            <a:r>
              <a:rPr lang="pt-BR" b="1" dirty="0"/>
              <a:t>enquanto</a:t>
            </a:r>
            <a:r>
              <a:rPr lang="pt-BR" dirty="0"/>
              <a:t> observa a atuação do usuário.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372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654"/>
    </mc:Choice>
    <mc:Fallback xmlns="">
      <p:transition spd="slow" advTm="35654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Consolidação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Nesta atividade, os avaliadores verificam quais problemas não puderam ser resolvidos no reprojeto rápido do protótipo de interface</a:t>
            </a:r>
          </a:p>
          <a:p>
            <a:r>
              <a:rPr lang="pt-BR" dirty="0"/>
              <a:t>Eles priorizam a correção dos problemas com base na gravidade e frequência em que ocorreram</a:t>
            </a:r>
          </a:p>
          <a:p>
            <a:r>
              <a:rPr lang="pt-BR" dirty="0"/>
              <a:t>Os avaliadores sugerem propostas de correção desses problemas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13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18"/>
    </mc:Choice>
    <mc:Fallback xmlns="">
      <p:transition spd="slow" advTm="22218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Relato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Objetivos da avaliação</a:t>
            </a:r>
          </a:p>
          <a:p>
            <a:r>
              <a:rPr lang="pt-BR" dirty="0"/>
              <a:t>Descrição do método</a:t>
            </a:r>
          </a:p>
          <a:p>
            <a:r>
              <a:rPr lang="pt-BR" dirty="0"/>
              <a:t>Número e perfil dos avaliadores e participantes</a:t>
            </a:r>
          </a:p>
          <a:p>
            <a:r>
              <a:rPr lang="pt-BR" dirty="0"/>
              <a:t>Tarefas executadas pelos participantes</a:t>
            </a:r>
          </a:p>
          <a:p>
            <a:r>
              <a:rPr lang="pt-BR" dirty="0"/>
              <a:t>Lista de problemas corrigidos </a:t>
            </a:r>
            <a:r>
              <a:rPr lang="pt-BR" b="1" dirty="0"/>
              <a:t>durante</a:t>
            </a:r>
            <a:r>
              <a:rPr lang="pt-BR" dirty="0"/>
              <a:t> os ciclos de avaliação e reprojeto</a:t>
            </a:r>
          </a:p>
          <a:p>
            <a:pPr lvl="1"/>
            <a:r>
              <a:rPr lang="pt-BR" dirty="0"/>
              <a:t>Local</a:t>
            </a:r>
          </a:p>
          <a:p>
            <a:pPr lvl="1"/>
            <a:r>
              <a:rPr lang="pt-BR" dirty="0"/>
              <a:t>Fatores de usabilidade prejudicados</a:t>
            </a:r>
          </a:p>
          <a:p>
            <a:pPr lvl="1"/>
            <a:r>
              <a:rPr lang="pt-BR" dirty="0"/>
              <a:t>Descrição e justificativa</a:t>
            </a:r>
          </a:p>
          <a:p>
            <a:pPr lvl="1"/>
            <a:r>
              <a:rPr lang="pt-BR" dirty="0"/>
              <a:t>Correção realizada no protótipo</a:t>
            </a:r>
          </a:p>
          <a:p>
            <a:pPr lvl="1"/>
            <a:r>
              <a:rPr lang="pt-BR" dirty="0"/>
              <a:t>Indicação se o problema voltou a ocorrer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24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164"/>
    </mc:Choice>
    <mc:Fallback xmlns="">
      <p:transition spd="slow" advTm="41164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Relato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Lista de problemas ainda </a:t>
            </a:r>
            <a:r>
              <a:rPr lang="pt-BR" b="1" dirty="0"/>
              <a:t>não corrigidos</a:t>
            </a:r>
          </a:p>
          <a:p>
            <a:pPr lvl="1"/>
            <a:r>
              <a:rPr lang="pt-BR" dirty="0"/>
              <a:t>Local</a:t>
            </a:r>
          </a:p>
          <a:p>
            <a:pPr lvl="1"/>
            <a:r>
              <a:rPr lang="pt-BR" dirty="0"/>
              <a:t>Fatores de usabilidade prejudicados</a:t>
            </a:r>
          </a:p>
          <a:p>
            <a:pPr lvl="1"/>
            <a:r>
              <a:rPr lang="pt-BR" dirty="0"/>
              <a:t>Descrição e justificativa</a:t>
            </a:r>
          </a:p>
          <a:p>
            <a:pPr lvl="1"/>
            <a:r>
              <a:rPr lang="pt-BR" dirty="0"/>
              <a:t>Prioridade para correção</a:t>
            </a:r>
          </a:p>
          <a:p>
            <a:pPr lvl="1"/>
            <a:r>
              <a:rPr lang="pt-BR" dirty="0"/>
              <a:t>Sugestão de correção</a:t>
            </a:r>
          </a:p>
          <a:p>
            <a:r>
              <a:rPr lang="pt-BR" dirty="0"/>
              <a:t>Indicações de partes do sistema que podem ser mais bem elaboradas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83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63"/>
    </mc:Choice>
    <mc:Fallback xmlns="">
      <p:transition spd="slow" advTm="17463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Paper</a:t>
            </a:r>
            <a:r>
              <a:rPr lang="pt-BR" dirty="0"/>
              <a:t> </a:t>
            </a:r>
            <a:r>
              <a:rPr lang="pt-BR" dirty="0" err="1"/>
              <a:t>Prototyping</a:t>
            </a:r>
            <a:endParaRPr lang="pt-BR" dirty="0"/>
          </a:p>
          <a:p>
            <a:pPr lvl="1"/>
            <a:r>
              <a:rPr lang="pt-BR" dirty="0">
                <a:hlinkClick r:id="rId2"/>
              </a:rPr>
              <a:t>https://www.youtube.com/watch?v=_g4GGtJ8NCY</a:t>
            </a:r>
            <a:endParaRPr lang="pt-BR" dirty="0"/>
          </a:p>
          <a:p>
            <a:r>
              <a:rPr lang="en-US" dirty="0"/>
              <a:t>Example Usability Test with a Paper Prototype</a:t>
            </a:r>
          </a:p>
          <a:p>
            <a:pPr lvl="1"/>
            <a:r>
              <a:rPr lang="pt-BR" dirty="0">
                <a:hlinkClick r:id="rId3"/>
              </a:rPr>
              <a:t>https://www.youtube.com/watch?v=9wQkLthhHKA</a:t>
            </a:r>
            <a:endParaRPr lang="pt-BR" dirty="0"/>
          </a:p>
          <a:p>
            <a:r>
              <a:rPr lang="en-US" dirty="0"/>
              <a:t>Usability Testing with a Paper Prototype</a:t>
            </a:r>
          </a:p>
          <a:p>
            <a:pPr lvl="1"/>
            <a:r>
              <a:rPr lang="pt-BR" dirty="0">
                <a:hlinkClick r:id="rId4"/>
              </a:rPr>
              <a:t>https://www.youtube.com/watch?v=Aa-svs5mQD8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91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67"/>
    </mc:Choice>
    <mc:Fallback xmlns="">
      <p:transition spd="slow" advTm="35967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pic>
        <p:nvPicPr>
          <p:cNvPr id="10" name="Picture 4" descr="http://www.grupoa.com.br/uploads/imagensTitulo/20130314102513_ROGERS_Design_Interacao_3ed_G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1658499"/>
            <a:ext cx="1764914" cy="2521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6"/>
          <p:cNvSpPr>
            <a:spLocks noGrp="1"/>
          </p:cNvSpPr>
          <p:nvPr>
            <p:ph sz="half" idx="2"/>
          </p:nvPr>
        </p:nvSpPr>
        <p:spPr>
          <a:xfrm>
            <a:off x="2856040" y="1658499"/>
            <a:ext cx="3600000" cy="2520000"/>
          </a:xfrm>
        </p:spPr>
        <p:txBody>
          <a:bodyPr>
            <a:normAutofit/>
          </a:bodyPr>
          <a:lstStyle/>
          <a:p>
            <a:r>
              <a:rPr lang="pt-BR" dirty="0"/>
              <a:t>Capítulo 10. Métodos de avaliação de IHC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QPC0016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35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981000" y="4293096"/>
            <a:ext cx="11091664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Usability of iPad Apps and Websites (</a:t>
            </a:r>
            <a:r>
              <a:rPr lang="pl-PL" dirty="0"/>
              <a:t>Raluca Budiu and Jakob Nielsen</a:t>
            </a:r>
            <a:r>
              <a:rPr lang="en-US" dirty="0"/>
              <a:t>): </a:t>
            </a:r>
            <a:r>
              <a:rPr lang="pt-BR" dirty="0">
                <a:hlinkClick r:id="rId3"/>
              </a:rPr>
              <a:t>http://www.nngroup.com/reports/ipad-app-and-website-usability/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Prototipação em Papel: </a:t>
            </a:r>
            <a:r>
              <a:rPr lang="pt-BR" dirty="0">
                <a:hlinkClick r:id="rId4"/>
              </a:rPr>
              <a:t>http://corais.org/node/138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Avaliação de interfaces com o usuário através de prototipação (</a:t>
            </a:r>
            <a:r>
              <a:rPr lang="pt-BR" dirty="0" err="1"/>
              <a:t>Livia</a:t>
            </a:r>
            <a:r>
              <a:rPr lang="pt-BR" dirty="0"/>
              <a:t> </a:t>
            </a:r>
            <a:r>
              <a:rPr lang="pt-BR" dirty="0" err="1"/>
              <a:t>Gabos</a:t>
            </a:r>
            <a:r>
              <a:rPr lang="pt-BR" dirty="0"/>
              <a:t>, Talita </a:t>
            </a:r>
            <a:r>
              <a:rPr lang="pt-BR" dirty="0" err="1"/>
              <a:t>Pagani</a:t>
            </a:r>
            <a:r>
              <a:rPr lang="pt-BR" dirty="0"/>
              <a:t>): </a:t>
            </a:r>
            <a:r>
              <a:rPr lang="pt-BR" dirty="0">
                <a:hlinkClick r:id="rId5"/>
              </a:rPr>
              <a:t>http://pt.slideshare.net/paolopasseri/aula-2-tcnicas-de-prototipao-i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Técnicas de Prototipação 1 – Aula 2 (Paolo Domenico </a:t>
            </a:r>
            <a:r>
              <a:rPr lang="pt-BR" dirty="0" err="1"/>
              <a:t>Passeri</a:t>
            </a:r>
            <a:r>
              <a:rPr lang="pt-BR" dirty="0"/>
              <a:t>): </a:t>
            </a:r>
            <a:r>
              <a:rPr lang="pt-BR" dirty="0">
                <a:hlinkClick r:id="rId6"/>
              </a:rPr>
              <a:t>http://pt.slideshare.net/liviagabos/avaliao-de-interfaces-com-o-usurio-atravs-de-prototipao</a:t>
            </a:r>
            <a:endParaRPr lang="pt-BR" dirty="0"/>
          </a:p>
        </p:txBody>
      </p:sp>
      <p:pic>
        <p:nvPicPr>
          <p:cNvPr id="9" name="Picture 2" descr="http://www.elsevier.com.br/site/uploads/imagensTitulo/240620104955_InteracaoHumanoComputador_o_G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00" y="1658499"/>
            <a:ext cx="1784999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ço Reservado para Conteúdo 6"/>
          <p:cNvSpPr txBox="1">
            <a:spLocks/>
          </p:cNvSpPr>
          <p:nvPr/>
        </p:nvSpPr>
        <p:spPr>
          <a:xfrm>
            <a:off x="8544672" y="1658499"/>
            <a:ext cx="3600000" cy="25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Capítulo 14. Estudos de avaliação: dos ambientes controlados aos ambientes naturais </a:t>
            </a:r>
          </a:p>
        </p:txBody>
      </p:sp>
    </p:spTree>
    <p:extLst>
      <p:ext uri="{BB962C8B-B14F-4D97-AF65-F5344CB8AC3E}">
        <p14:creationId xmlns:p14="http://schemas.microsoft.com/office/powerpoint/2010/main" val="423170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42"/>
    </mc:Choice>
    <mc:Fallback xmlns="">
      <p:transition spd="slow" advTm="26042"/>
    </mc:Fallback>
  </mc:AlternateContent>
</p:sld>
</file>

<file path=ppt/theme/theme1.xml><?xml version="1.0" encoding="utf-8"?>
<a:theme xmlns:a="http://schemas.openxmlformats.org/drawingml/2006/main" name="UFC-Quixada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FC-Quixada" id="{F31D0578-B3B1-4B87-B478-3E5D291A18D1}" vid="{328F7558-738F-4A59-A9EE-BDCE7B7018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UFC-Quixada</Template>
  <TotalTime>680</TotalTime>
  <Words>2005</Words>
  <Application>Microsoft Office PowerPoint</Application>
  <PresentationFormat>Widescreen</PresentationFormat>
  <Paragraphs>282</Paragraphs>
  <Slides>35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UFC-Quixada</vt:lpstr>
      <vt:lpstr> Teste de usabilidade Prototipação em papel</vt:lpstr>
      <vt:lpstr>Que tipo de método?</vt:lpstr>
      <vt:lpstr>Avaliação de IHC através de observação</vt:lpstr>
      <vt:lpstr>Teste de usabilidade</vt:lpstr>
      <vt:lpstr>Teste de Usabilidade</vt:lpstr>
      <vt:lpstr>Teste de Usabilidade</vt:lpstr>
      <vt:lpstr>Atividades do Teste de Usabilidade</vt:lpstr>
      <vt:lpstr>Atividades do Teste de Usabilidade</vt:lpstr>
      <vt:lpstr>Atividades do Teste de Usabilidade</vt:lpstr>
      <vt:lpstr>Laboratórios e equipamentos</vt:lpstr>
      <vt:lpstr>Laboratórios e equipamentos</vt:lpstr>
      <vt:lpstr>Laboratórios e equipamentos</vt:lpstr>
      <vt:lpstr>Atividades do Teste de Usabilidade</vt:lpstr>
      <vt:lpstr>Atividades do Teste de Usabilidade</vt:lpstr>
      <vt:lpstr>Atividades do Teste de Usabilidade</vt:lpstr>
      <vt:lpstr>Prototipação em papel</vt:lpstr>
      <vt:lpstr>Prototipação em papel</vt:lpstr>
      <vt:lpstr>Prototipação em papel</vt:lpstr>
      <vt:lpstr>Prototipação em papel</vt:lpstr>
      <vt:lpstr>Apresentação do PowerPoint</vt:lpstr>
      <vt:lpstr>Apresentação do PowerPoint</vt:lpstr>
      <vt:lpstr>O que pode ser avaliado?</vt:lpstr>
      <vt:lpstr>Atividades da Prototipação em Papel</vt:lpstr>
      <vt:lpstr>Preparação na Prototipação em Papel</vt:lpstr>
      <vt:lpstr>Quais elementos incluir no Protótipo em Papel?</vt:lpstr>
      <vt:lpstr>6 Mitos da prototipação em papel</vt:lpstr>
      <vt:lpstr>Coleta de dados</vt:lpstr>
      <vt:lpstr>Coleta de dados</vt:lpstr>
      <vt:lpstr>Coleta de dados</vt:lpstr>
      <vt:lpstr>Interpretação </vt:lpstr>
      <vt:lpstr>Consolidação dos resultados</vt:lpstr>
      <vt:lpstr>Relato dos resultados</vt:lpstr>
      <vt:lpstr>Relato dos resultados</vt:lpstr>
      <vt:lpstr>Exemplos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Ingrid</dc:creator>
  <cp:lastModifiedBy>Ingrid Monteiro</cp:lastModifiedBy>
  <cp:revision>30</cp:revision>
  <dcterms:created xsi:type="dcterms:W3CDTF">2015-02-23T12:55:48Z</dcterms:created>
  <dcterms:modified xsi:type="dcterms:W3CDTF">2023-11-09T11:32:05Z</dcterms:modified>
</cp:coreProperties>
</file>