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5" r:id="rId1"/>
  </p:sldMasterIdLst>
  <p:notesMasterIdLst>
    <p:notesMasterId r:id="rId31"/>
  </p:notes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59" r:id="rId30"/>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0066"/>
    <a:srgbClr val="DDEAF7"/>
    <a:srgbClr val="F2F7FC"/>
    <a:srgbClr val="AA71FF"/>
    <a:srgbClr val="99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1" d="100"/>
          <a:sy n="61" d="100"/>
        </p:scale>
        <p:origin x="996"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grid Monteiro" userId="4f1f53ea42604cf1" providerId="LiveId" clId="{180E0762-1294-4EED-9F8B-412569E3BF1F}"/>
    <pc:docChg chg="modSld">
      <pc:chgData name="Ingrid Monteiro" userId="4f1f53ea42604cf1" providerId="LiveId" clId="{180E0762-1294-4EED-9F8B-412569E3BF1F}" dt="2019-04-10T02:45:01.510" v="6" actId="20577"/>
      <pc:docMkLst>
        <pc:docMk/>
      </pc:docMkLst>
      <pc:sldChg chg="modSp">
        <pc:chgData name="Ingrid Monteiro" userId="4f1f53ea42604cf1" providerId="LiveId" clId="{180E0762-1294-4EED-9F8B-412569E3BF1F}" dt="2019-04-10T02:45:01.510" v="6" actId="20577"/>
        <pc:sldMkLst>
          <pc:docMk/>
          <pc:sldMk cId="3716830568" sldId="256"/>
        </pc:sldMkLst>
        <pc:spChg chg="mod">
          <ac:chgData name="Ingrid Monteiro" userId="4f1f53ea42604cf1" providerId="LiveId" clId="{180E0762-1294-4EED-9F8B-412569E3BF1F}" dt="2019-04-10T02:44:56.385" v="0" actId="20577"/>
          <ac:spMkLst>
            <pc:docMk/>
            <pc:sldMk cId="3716830568" sldId="256"/>
            <ac:spMk id="2" creationId="{00000000-0000-0000-0000-000000000000}"/>
          </ac:spMkLst>
        </pc:spChg>
        <pc:spChg chg="mod">
          <ac:chgData name="Ingrid Monteiro" userId="4f1f53ea42604cf1" providerId="LiveId" clId="{180E0762-1294-4EED-9F8B-412569E3BF1F}" dt="2019-04-10T02:45:01.510" v="6" actId="20577"/>
          <ac:spMkLst>
            <pc:docMk/>
            <pc:sldMk cId="3716830568" sldId="256"/>
            <ac:spMk id="3" creationId="{00000000-0000-0000-0000-000000000000}"/>
          </ac:spMkLst>
        </pc:spChg>
      </pc:sldChg>
    </pc:docChg>
  </pc:docChgLst>
  <pc:docChgLst>
    <pc:chgData name="Ingrid Monteiro" userId="4f1f53ea42604cf1" providerId="LiveId" clId="{F6F9AF86-16AC-49BC-A424-7D142E3B383F}"/>
    <pc:docChg chg="custSel modSld modMainMaster">
      <pc:chgData name="Ingrid Monteiro" userId="4f1f53ea42604cf1" providerId="LiveId" clId="{F6F9AF86-16AC-49BC-A424-7D142E3B383F}" dt="2019-10-03T12:05:15.094" v="20" actId="20577"/>
      <pc:docMkLst>
        <pc:docMk/>
      </pc:docMkLst>
      <pc:sldChg chg="modSp">
        <pc:chgData name="Ingrid Monteiro" userId="4f1f53ea42604cf1" providerId="LiveId" clId="{F6F9AF86-16AC-49BC-A424-7D142E3B383F}" dt="2019-10-03T12:05:15.094" v="20" actId="20577"/>
        <pc:sldMkLst>
          <pc:docMk/>
          <pc:sldMk cId="3716830568" sldId="256"/>
        </pc:sldMkLst>
        <pc:spChg chg="mod">
          <ac:chgData name="Ingrid Monteiro" userId="4f1f53ea42604cf1" providerId="LiveId" clId="{F6F9AF86-16AC-49BC-A424-7D142E3B383F}" dt="2019-10-03T12:05:15.094" v="20" actId="20577"/>
          <ac:spMkLst>
            <pc:docMk/>
            <pc:sldMk cId="3716830568" sldId="256"/>
            <ac:spMk id="3" creationId="{00000000-0000-0000-0000-000000000000}"/>
          </ac:spMkLst>
        </pc:spChg>
      </pc:sldChg>
      <pc:sldChg chg="modSp">
        <pc:chgData name="Ingrid Monteiro" userId="4f1f53ea42604cf1" providerId="LiveId" clId="{F6F9AF86-16AC-49BC-A424-7D142E3B383F}" dt="2019-10-03T12:05:06.346" v="1" actId="27636"/>
        <pc:sldMkLst>
          <pc:docMk/>
          <pc:sldMk cId="3872522406" sldId="270"/>
        </pc:sldMkLst>
        <pc:spChg chg="mod">
          <ac:chgData name="Ingrid Monteiro" userId="4f1f53ea42604cf1" providerId="LiveId" clId="{F6F9AF86-16AC-49BC-A424-7D142E3B383F}" dt="2019-10-03T12:05:06.346" v="1" actId="27636"/>
          <ac:spMkLst>
            <pc:docMk/>
            <pc:sldMk cId="3872522406" sldId="270"/>
            <ac:spMk id="3" creationId="{00000000-0000-0000-0000-000000000000}"/>
          </ac:spMkLst>
        </pc:spChg>
      </pc:sldChg>
      <pc:sldChg chg="modSp">
        <pc:chgData name="Ingrid Monteiro" userId="4f1f53ea42604cf1" providerId="LiveId" clId="{F6F9AF86-16AC-49BC-A424-7D142E3B383F}" dt="2019-10-03T12:05:06.440" v="2" actId="27636"/>
        <pc:sldMkLst>
          <pc:docMk/>
          <pc:sldMk cId="71997578" sldId="271"/>
        </pc:sldMkLst>
        <pc:spChg chg="mod">
          <ac:chgData name="Ingrid Monteiro" userId="4f1f53ea42604cf1" providerId="LiveId" clId="{F6F9AF86-16AC-49BC-A424-7D142E3B383F}" dt="2019-10-03T12:05:06.440" v="2" actId="27636"/>
          <ac:spMkLst>
            <pc:docMk/>
            <pc:sldMk cId="71997578" sldId="271"/>
            <ac:spMk id="3" creationId="{00000000-0000-0000-0000-000000000000}"/>
          </ac:spMkLst>
        </pc:spChg>
      </pc:sldChg>
      <pc:sldChg chg="modSp">
        <pc:chgData name="Ingrid Monteiro" userId="4f1f53ea42604cf1" providerId="LiveId" clId="{F6F9AF86-16AC-49BC-A424-7D142E3B383F}" dt="2019-10-03T12:05:06.487" v="3" actId="27636"/>
        <pc:sldMkLst>
          <pc:docMk/>
          <pc:sldMk cId="2163631268" sldId="272"/>
        </pc:sldMkLst>
        <pc:spChg chg="mod">
          <ac:chgData name="Ingrid Monteiro" userId="4f1f53ea42604cf1" providerId="LiveId" clId="{F6F9AF86-16AC-49BC-A424-7D142E3B383F}" dt="2019-10-03T12:05:06.487" v="3" actId="27636"/>
          <ac:spMkLst>
            <pc:docMk/>
            <pc:sldMk cId="2163631268" sldId="272"/>
            <ac:spMk id="3" creationId="{00000000-0000-0000-0000-000000000000}"/>
          </ac:spMkLst>
        </pc:spChg>
      </pc:sldChg>
      <pc:sldChg chg="modSp">
        <pc:chgData name="Ingrid Monteiro" userId="4f1f53ea42604cf1" providerId="LiveId" clId="{F6F9AF86-16AC-49BC-A424-7D142E3B383F}" dt="2019-10-03T12:05:06.534" v="4" actId="27636"/>
        <pc:sldMkLst>
          <pc:docMk/>
          <pc:sldMk cId="4001778607" sldId="274"/>
        </pc:sldMkLst>
        <pc:spChg chg="mod">
          <ac:chgData name="Ingrid Monteiro" userId="4f1f53ea42604cf1" providerId="LiveId" clId="{F6F9AF86-16AC-49BC-A424-7D142E3B383F}" dt="2019-10-03T12:05:06.534" v="4" actId="27636"/>
          <ac:spMkLst>
            <pc:docMk/>
            <pc:sldMk cId="4001778607" sldId="274"/>
            <ac:spMk id="3" creationId="{00000000-0000-0000-0000-000000000000}"/>
          </ac:spMkLst>
        </pc:spChg>
      </pc:sldChg>
      <pc:sldChg chg="modSp">
        <pc:chgData name="Ingrid Monteiro" userId="4f1f53ea42604cf1" providerId="LiveId" clId="{F6F9AF86-16AC-49BC-A424-7D142E3B383F}" dt="2019-10-03T12:05:06.581" v="5" actId="27636"/>
        <pc:sldMkLst>
          <pc:docMk/>
          <pc:sldMk cId="1370442761" sldId="275"/>
        </pc:sldMkLst>
        <pc:spChg chg="mod">
          <ac:chgData name="Ingrid Monteiro" userId="4f1f53ea42604cf1" providerId="LiveId" clId="{F6F9AF86-16AC-49BC-A424-7D142E3B383F}" dt="2019-10-03T12:05:06.581" v="5" actId="27636"/>
          <ac:spMkLst>
            <pc:docMk/>
            <pc:sldMk cId="1370442761" sldId="275"/>
            <ac:spMk id="3" creationId="{00000000-0000-0000-0000-000000000000}"/>
          </ac:spMkLst>
        </pc:spChg>
      </pc:sldChg>
      <pc:sldChg chg="modSp">
        <pc:chgData name="Ingrid Monteiro" userId="4f1f53ea42604cf1" providerId="LiveId" clId="{F6F9AF86-16AC-49BC-A424-7D142E3B383F}" dt="2019-10-03T12:05:06.639" v="6" actId="27636"/>
        <pc:sldMkLst>
          <pc:docMk/>
          <pc:sldMk cId="805004472" sldId="277"/>
        </pc:sldMkLst>
        <pc:spChg chg="mod">
          <ac:chgData name="Ingrid Monteiro" userId="4f1f53ea42604cf1" providerId="LiveId" clId="{F6F9AF86-16AC-49BC-A424-7D142E3B383F}" dt="2019-10-03T12:05:06.639" v="6" actId="27636"/>
          <ac:spMkLst>
            <pc:docMk/>
            <pc:sldMk cId="805004472" sldId="277"/>
            <ac:spMk id="3" creationId="{00000000-0000-0000-0000-000000000000}"/>
          </ac:spMkLst>
        </pc:spChg>
      </pc:sldChg>
      <pc:sldChg chg="modSp">
        <pc:chgData name="Ingrid Monteiro" userId="4f1f53ea42604cf1" providerId="LiveId" clId="{F6F9AF86-16AC-49BC-A424-7D142E3B383F}" dt="2019-10-03T12:05:06.813" v="7" actId="27636"/>
        <pc:sldMkLst>
          <pc:docMk/>
          <pc:sldMk cId="781977547" sldId="286"/>
        </pc:sldMkLst>
        <pc:spChg chg="mod">
          <ac:chgData name="Ingrid Monteiro" userId="4f1f53ea42604cf1" providerId="LiveId" clId="{F6F9AF86-16AC-49BC-A424-7D142E3B383F}" dt="2019-10-03T12:05:06.813" v="7" actId="27636"/>
          <ac:spMkLst>
            <pc:docMk/>
            <pc:sldMk cId="781977547" sldId="286"/>
            <ac:spMk id="3" creationId="{00000000-0000-0000-0000-000000000000}"/>
          </ac:spMkLst>
        </pc:spChg>
      </pc:sldChg>
      <pc:sldMasterChg chg="modSldLayout">
        <pc:chgData name="Ingrid Monteiro" userId="4f1f53ea42604cf1" providerId="LiveId" clId="{F6F9AF86-16AC-49BC-A424-7D142E3B383F}" dt="2019-10-03T12:05:05.237" v="0"/>
        <pc:sldMasterMkLst>
          <pc:docMk/>
          <pc:sldMasterMk cId="3821677645" sldId="2147483735"/>
        </pc:sldMasterMkLst>
        <pc:sldLayoutChg chg="addSp">
          <pc:chgData name="Ingrid Monteiro" userId="4f1f53ea42604cf1" providerId="LiveId" clId="{F6F9AF86-16AC-49BC-A424-7D142E3B383F}" dt="2019-10-03T12:05:05.237" v="0"/>
          <pc:sldLayoutMkLst>
            <pc:docMk/>
            <pc:sldMasterMk cId="3821677645" sldId="2147483735"/>
            <pc:sldLayoutMk cId="2453491939" sldId="2147483739"/>
          </pc:sldLayoutMkLst>
          <pc:picChg chg="add">
            <ac:chgData name="Ingrid Monteiro" userId="4f1f53ea42604cf1" providerId="LiveId" clId="{F6F9AF86-16AC-49BC-A424-7D142E3B383F}" dt="2019-10-03T12:05:05.237" v="0"/>
            <ac:picMkLst>
              <pc:docMk/>
              <pc:sldMasterMk cId="3821677645" sldId="2147483735"/>
              <pc:sldLayoutMk cId="2453491939" sldId="2147483739"/>
              <ac:picMk id="8" creationId="{1DC26F6F-68F5-4921-8979-BF9B57957945}"/>
            </ac:picMkLst>
          </pc:picChg>
        </pc:sldLayoutChg>
        <pc:sldLayoutChg chg="addSp">
          <pc:chgData name="Ingrid Monteiro" userId="4f1f53ea42604cf1" providerId="LiveId" clId="{F6F9AF86-16AC-49BC-A424-7D142E3B383F}" dt="2019-10-03T12:05:05.237" v="0"/>
          <pc:sldLayoutMkLst>
            <pc:docMk/>
            <pc:sldMasterMk cId="3821677645" sldId="2147483735"/>
            <pc:sldLayoutMk cId="655114897" sldId="2147483740"/>
          </pc:sldLayoutMkLst>
          <pc:picChg chg="add">
            <ac:chgData name="Ingrid Monteiro" userId="4f1f53ea42604cf1" providerId="LiveId" clId="{F6F9AF86-16AC-49BC-A424-7D142E3B383F}" dt="2019-10-03T12:05:05.237" v="0"/>
            <ac:picMkLst>
              <pc:docMk/>
              <pc:sldMasterMk cId="3821677645" sldId="2147483735"/>
              <pc:sldLayoutMk cId="655114897" sldId="2147483740"/>
              <ac:picMk id="10" creationId="{FEFD82F6-533C-454D-B93F-886C14691286}"/>
            </ac:picMkLst>
          </pc:picChg>
        </pc:sldLayoutChg>
        <pc:sldLayoutChg chg="addSp">
          <pc:chgData name="Ingrid Monteiro" userId="4f1f53ea42604cf1" providerId="LiveId" clId="{F6F9AF86-16AC-49BC-A424-7D142E3B383F}" dt="2019-10-03T12:05:05.237" v="0"/>
          <pc:sldLayoutMkLst>
            <pc:docMk/>
            <pc:sldMasterMk cId="3821677645" sldId="2147483735"/>
            <pc:sldLayoutMk cId="402239393" sldId="2147483743"/>
          </pc:sldLayoutMkLst>
          <pc:picChg chg="add">
            <ac:chgData name="Ingrid Monteiro" userId="4f1f53ea42604cf1" providerId="LiveId" clId="{F6F9AF86-16AC-49BC-A424-7D142E3B383F}" dt="2019-10-03T12:05:05.237" v="0"/>
            <ac:picMkLst>
              <pc:docMk/>
              <pc:sldMasterMk cId="3821677645" sldId="2147483735"/>
              <pc:sldLayoutMk cId="402239393" sldId="2147483743"/>
              <ac:picMk id="8" creationId="{3C2C1D80-849F-431B-BB45-CF696E5F1A79}"/>
            </ac:picMkLst>
          </pc:picChg>
        </pc:sldLayoutChg>
      </pc:sldMasterChg>
    </pc:docChg>
  </pc:docChgLst>
  <pc:docChgLst>
    <pc:chgData name="Ingrid Monteiro" userId="4f1f53ea42604cf1" providerId="LiveId" clId="{3F41B40B-9F9B-45F1-863E-5FB1EAD15E43}"/>
    <pc:docChg chg="modSld">
      <pc:chgData name="Ingrid Monteiro" userId="4f1f53ea42604cf1" providerId="LiveId" clId="{3F41B40B-9F9B-45F1-863E-5FB1EAD15E43}" dt="2022-10-05T18:56:15.169" v="0" actId="729"/>
      <pc:docMkLst>
        <pc:docMk/>
      </pc:docMkLst>
      <pc:sldChg chg="mod modShow">
        <pc:chgData name="Ingrid Monteiro" userId="4f1f53ea42604cf1" providerId="LiveId" clId="{3F41B40B-9F9B-45F1-863E-5FB1EAD15E43}" dt="2022-10-05T18:56:15.169" v="0" actId="729"/>
        <pc:sldMkLst>
          <pc:docMk/>
          <pc:sldMk cId="519380317" sldId="26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70B9A6-D7B2-48CB-8989-16CC2741CDB8}" type="doc">
      <dgm:prSet loTypeId="urn:microsoft.com/office/officeart/2005/8/layout/hierarchy2" loCatId="hierarchy" qsTypeId="urn:microsoft.com/office/officeart/2005/8/quickstyle/simple1" qsCatId="simple" csTypeId="urn:microsoft.com/office/officeart/2005/8/colors/colorful2" csCatId="colorful" phldr="1"/>
      <dgm:spPr/>
      <dgm:t>
        <a:bodyPr/>
        <a:lstStyle/>
        <a:p>
          <a:endParaRPr lang="pt-BR"/>
        </a:p>
      </dgm:t>
    </dgm:pt>
    <dgm:pt modelId="{1F14914A-D43F-461D-9259-2A50031A8DC1}">
      <dgm:prSet phldrT="[Texto]" custT="1"/>
      <dgm:spPr>
        <a:solidFill>
          <a:srgbClr val="00B050"/>
        </a:solidFill>
      </dgm:spPr>
      <dgm:t>
        <a:bodyPr/>
        <a:lstStyle/>
        <a:p>
          <a:r>
            <a:rPr lang="pt-BR" sz="1600" b="1" dirty="0"/>
            <a:t>Com usuário</a:t>
          </a:r>
        </a:p>
      </dgm:t>
    </dgm:pt>
    <dgm:pt modelId="{64BA38B0-43D4-4704-AD45-639FB05D5D0E}" type="parTrans" cxnId="{34DF4FAB-1BB5-42BF-B9EE-282615B8D87E}">
      <dgm:prSet/>
      <dgm:spPr/>
      <dgm:t>
        <a:bodyPr/>
        <a:lstStyle/>
        <a:p>
          <a:endParaRPr lang="pt-BR" sz="2800"/>
        </a:p>
      </dgm:t>
    </dgm:pt>
    <dgm:pt modelId="{1E897C8E-4D59-41D2-9515-C552BFF2F0B1}" type="sibTrans" cxnId="{34DF4FAB-1BB5-42BF-B9EE-282615B8D87E}">
      <dgm:prSet/>
      <dgm:spPr/>
      <dgm:t>
        <a:bodyPr/>
        <a:lstStyle/>
        <a:p>
          <a:endParaRPr lang="pt-BR" sz="2800"/>
        </a:p>
      </dgm:t>
    </dgm:pt>
    <dgm:pt modelId="{8C4548F3-AE06-4FBE-AE26-FD638333FF2C}">
      <dgm:prSet phldrT="[Texto]" custT="1"/>
      <dgm:spPr>
        <a:solidFill>
          <a:srgbClr val="92D050"/>
        </a:solidFill>
      </dgm:spPr>
      <dgm:t>
        <a:bodyPr/>
        <a:lstStyle/>
        <a:p>
          <a:r>
            <a:rPr lang="pt-BR" sz="1400" b="1" dirty="0"/>
            <a:t>Ambientes controlados</a:t>
          </a:r>
        </a:p>
      </dgm:t>
    </dgm:pt>
    <dgm:pt modelId="{2DFFBC96-A483-4867-829B-BCBFB194A718}" type="parTrans" cxnId="{F7952061-1B0A-4754-BFA1-B29A2842E82E}">
      <dgm:prSet custT="1"/>
      <dgm:spPr/>
      <dgm:t>
        <a:bodyPr/>
        <a:lstStyle/>
        <a:p>
          <a:endParaRPr lang="pt-BR" sz="800"/>
        </a:p>
      </dgm:t>
    </dgm:pt>
    <dgm:pt modelId="{0BAC27E1-03AB-47B6-86A6-49FB70F98D82}" type="sibTrans" cxnId="{F7952061-1B0A-4754-BFA1-B29A2842E82E}">
      <dgm:prSet/>
      <dgm:spPr/>
      <dgm:t>
        <a:bodyPr/>
        <a:lstStyle/>
        <a:p>
          <a:endParaRPr lang="pt-BR" sz="2800"/>
        </a:p>
      </dgm:t>
    </dgm:pt>
    <dgm:pt modelId="{43062B80-831D-4066-837F-D871B1EFE84A}">
      <dgm:prSet phldrT="[Texto]" custT="1"/>
      <dgm:spPr>
        <a:solidFill>
          <a:schemeClr val="bg2"/>
        </a:solidFill>
      </dgm:spPr>
      <dgm:t>
        <a:bodyPr/>
        <a:lstStyle/>
        <a:p>
          <a:r>
            <a:rPr lang="pt-BR" sz="1400" b="1" dirty="0"/>
            <a:t>Ambientes naturais</a:t>
          </a:r>
        </a:p>
      </dgm:t>
    </dgm:pt>
    <dgm:pt modelId="{0525E081-584E-40D3-A874-94691F59CA92}" type="parTrans" cxnId="{BD6CD192-14D9-4525-A437-B30C60B0A726}">
      <dgm:prSet custT="1"/>
      <dgm:spPr/>
      <dgm:t>
        <a:bodyPr/>
        <a:lstStyle/>
        <a:p>
          <a:endParaRPr lang="pt-BR" sz="800"/>
        </a:p>
      </dgm:t>
    </dgm:pt>
    <dgm:pt modelId="{143276D8-0D65-41DA-A551-710963363292}" type="sibTrans" cxnId="{BD6CD192-14D9-4525-A437-B30C60B0A726}">
      <dgm:prSet/>
      <dgm:spPr/>
      <dgm:t>
        <a:bodyPr/>
        <a:lstStyle/>
        <a:p>
          <a:endParaRPr lang="pt-BR" sz="2800"/>
        </a:p>
      </dgm:t>
    </dgm:pt>
    <dgm:pt modelId="{4B2360FC-4A23-4349-A584-041111DDA91F}">
      <dgm:prSet phldrT="[Texto]" custT="1"/>
      <dgm:spPr>
        <a:solidFill>
          <a:schemeClr val="bg2"/>
        </a:solidFill>
      </dgm:spPr>
      <dgm:t>
        <a:bodyPr/>
        <a:lstStyle/>
        <a:p>
          <a:r>
            <a:rPr lang="pt-BR" sz="1600" b="1" dirty="0"/>
            <a:t>Sem usuário</a:t>
          </a:r>
        </a:p>
      </dgm:t>
    </dgm:pt>
    <dgm:pt modelId="{F2305AA3-2C27-4B8C-A94B-A27411D1EA4D}" type="parTrans" cxnId="{0D9B362B-1015-48A8-940B-7BF3CD5ECCB0}">
      <dgm:prSet/>
      <dgm:spPr/>
      <dgm:t>
        <a:bodyPr/>
        <a:lstStyle/>
        <a:p>
          <a:endParaRPr lang="pt-BR" sz="2800"/>
        </a:p>
      </dgm:t>
    </dgm:pt>
    <dgm:pt modelId="{242ADC73-5D17-4CDB-A892-31238B9D7FF4}" type="sibTrans" cxnId="{0D9B362B-1015-48A8-940B-7BF3CD5ECCB0}">
      <dgm:prSet/>
      <dgm:spPr/>
      <dgm:t>
        <a:bodyPr/>
        <a:lstStyle/>
        <a:p>
          <a:endParaRPr lang="pt-BR" sz="2800"/>
        </a:p>
      </dgm:t>
    </dgm:pt>
    <dgm:pt modelId="{8537B3F5-2696-4CC5-BB34-71A9D9765DB0}">
      <dgm:prSet phldrT="[Texto]" custT="1"/>
      <dgm:spPr>
        <a:solidFill>
          <a:schemeClr val="bg2"/>
        </a:solidFill>
      </dgm:spPr>
      <dgm:t>
        <a:bodyPr/>
        <a:lstStyle/>
        <a:p>
          <a:r>
            <a:rPr lang="pt-BR" sz="1400" b="1" dirty="0"/>
            <a:t>Estudos de campo</a:t>
          </a:r>
        </a:p>
      </dgm:t>
    </dgm:pt>
    <dgm:pt modelId="{43B8D834-150B-4E7C-9876-68ED23D82F91}" type="parTrans" cxnId="{EB86FE61-ECBC-4E8C-A69F-E8B0D20D151E}">
      <dgm:prSet custT="1">
        <dgm:style>
          <a:lnRef idx="2">
            <a:schemeClr val="accent3"/>
          </a:lnRef>
          <a:fillRef idx="0">
            <a:schemeClr val="accent3"/>
          </a:fillRef>
          <a:effectRef idx="1">
            <a:schemeClr val="accent3"/>
          </a:effectRef>
          <a:fontRef idx="minor">
            <a:schemeClr val="tx1"/>
          </a:fontRef>
        </dgm:style>
      </dgm:prSet>
      <dgm:spPr/>
      <dgm:t>
        <a:bodyPr/>
        <a:lstStyle/>
        <a:p>
          <a:endParaRPr lang="pt-BR" sz="800"/>
        </a:p>
      </dgm:t>
    </dgm:pt>
    <dgm:pt modelId="{2F58C6AC-E7DF-480A-B813-7E1DD123F068}" type="sibTrans" cxnId="{EB86FE61-ECBC-4E8C-A69F-E8B0D20D151E}">
      <dgm:prSet/>
      <dgm:spPr/>
      <dgm:t>
        <a:bodyPr/>
        <a:lstStyle/>
        <a:p>
          <a:endParaRPr lang="pt-BR" sz="2800"/>
        </a:p>
      </dgm:t>
    </dgm:pt>
    <dgm:pt modelId="{55FD7110-C4CC-47B1-941D-9E245714C2DD}">
      <dgm:prSet phldrT="[Texto]" custT="1"/>
      <dgm:spPr>
        <a:solidFill>
          <a:schemeClr val="bg2"/>
        </a:solidFill>
      </dgm:spPr>
      <dgm:t>
        <a:bodyPr/>
        <a:lstStyle/>
        <a:p>
          <a:r>
            <a:rPr lang="pt-BR" sz="1400" b="1" dirty="0"/>
            <a:t>Inspeção</a:t>
          </a:r>
        </a:p>
      </dgm:t>
    </dgm:pt>
    <dgm:pt modelId="{6EF6F811-5C12-4E07-BFAD-FDE020B1E30D}" type="parTrans" cxnId="{A4CC2C66-DB66-4E41-8C98-D1B339B4CBA8}">
      <dgm:prSet custT="1">
        <dgm:style>
          <a:lnRef idx="2">
            <a:schemeClr val="accent1"/>
          </a:lnRef>
          <a:fillRef idx="0">
            <a:schemeClr val="accent1"/>
          </a:fillRef>
          <a:effectRef idx="1">
            <a:schemeClr val="accent1"/>
          </a:effectRef>
          <a:fontRef idx="minor">
            <a:schemeClr val="tx1"/>
          </a:fontRef>
        </dgm:style>
      </dgm:prSet>
      <dgm:spPr/>
      <dgm:t>
        <a:bodyPr/>
        <a:lstStyle/>
        <a:p>
          <a:endParaRPr lang="pt-BR" sz="800"/>
        </a:p>
      </dgm:t>
    </dgm:pt>
    <dgm:pt modelId="{2034A759-E835-4449-8CD8-B4141B8D3431}" type="sibTrans" cxnId="{A4CC2C66-DB66-4E41-8C98-D1B339B4CBA8}">
      <dgm:prSet/>
      <dgm:spPr/>
      <dgm:t>
        <a:bodyPr/>
        <a:lstStyle/>
        <a:p>
          <a:endParaRPr lang="pt-BR" sz="2800"/>
        </a:p>
      </dgm:t>
    </dgm:pt>
    <dgm:pt modelId="{426E1076-CDE8-46E0-A307-5DF887249423}">
      <dgm:prSet phldrT="[Texto]" custT="1"/>
      <dgm:spPr>
        <a:solidFill>
          <a:schemeClr val="bg2"/>
        </a:solidFill>
      </dgm:spPr>
      <dgm:t>
        <a:bodyPr/>
        <a:lstStyle/>
        <a:p>
          <a:r>
            <a:rPr lang="pt-BR" sz="1400" b="1" dirty="0"/>
            <a:t>Avaliação heurística</a:t>
          </a:r>
        </a:p>
      </dgm:t>
    </dgm:pt>
    <dgm:pt modelId="{6B9F4DE1-FACC-4BF9-9A9A-20AE0E4A8879}" type="parTrans" cxnId="{7895A82F-499F-4401-AB0E-1C9DC4513CAE}">
      <dgm:prSet custT="1">
        <dgm:style>
          <a:lnRef idx="2">
            <a:schemeClr val="accent1"/>
          </a:lnRef>
          <a:fillRef idx="0">
            <a:schemeClr val="accent1"/>
          </a:fillRef>
          <a:effectRef idx="1">
            <a:schemeClr val="accent1"/>
          </a:effectRef>
          <a:fontRef idx="minor">
            <a:schemeClr val="tx1"/>
          </a:fontRef>
        </dgm:style>
      </dgm:prSet>
      <dgm:spPr/>
      <dgm:t>
        <a:bodyPr/>
        <a:lstStyle/>
        <a:p>
          <a:endParaRPr lang="pt-BR" sz="800"/>
        </a:p>
      </dgm:t>
    </dgm:pt>
    <dgm:pt modelId="{7C603766-875F-4B6E-BED0-28E4F8234346}" type="sibTrans" cxnId="{7895A82F-499F-4401-AB0E-1C9DC4513CAE}">
      <dgm:prSet/>
      <dgm:spPr/>
      <dgm:t>
        <a:bodyPr/>
        <a:lstStyle/>
        <a:p>
          <a:endParaRPr lang="pt-BR" sz="2800"/>
        </a:p>
      </dgm:t>
    </dgm:pt>
    <dgm:pt modelId="{776F0357-7CE0-4833-A6B2-2FFBB1B41AA4}">
      <dgm:prSet phldrT="[Texto]" custT="1"/>
      <dgm:spPr>
        <a:solidFill>
          <a:schemeClr val="bg2"/>
        </a:solidFill>
      </dgm:spPr>
      <dgm:t>
        <a:bodyPr/>
        <a:lstStyle/>
        <a:p>
          <a:r>
            <a:rPr lang="pt-BR" sz="1400" b="1" dirty="0"/>
            <a:t>Percurso cognitivo</a:t>
          </a:r>
        </a:p>
      </dgm:t>
    </dgm:pt>
    <dgm:pt modelId="{939DE4A3-94FE-47CA-BD1E-2285F5AA6D18}" type="parTrans" cxnId="{FE5E19E5-0509-47E3-8371-8E63FEFD16E3}">
      <dgm:prSet custT="1">
        <dgm:style>
          <a:lnRef idx="2">
            <a:schemeClr val="accent1"/>
          </a:lnRef>
          <a:fillRef idx="0">
            <a:schemeClr val="accent1"/>
          </a:fillRef>
          <a:effectRef idx="1">
            <a:schemeClr val="accent1"/>
          </a:effectRef>
          <a:fontRef idx="minor">
            <a:schemeClr val="tx1"/>
          </a:fontRef>
        </dgm:style>
      </dgm:prSet>
      <dgm:spPr/>
      <dgm:t>
        <a:bodyPr/>
        <a:lstStyle/>
        <a:p>
          <a:endParaRPr lang="pt-BR" sz="800"/>
        </a:p>
      </dgm:t>
    </dgm:pt>
    <dgm:pt modelId="{74179B3D-5DD1-4552-AD8C-49B4D84CFBB1}" type="sibTrans" cxnId="{FE5E19E5-0509-47E3-8371-8E63FEFD16E3}">
      <dgm:prSet/>
      <dgm:spPr/>
      <dgm:t>
        <a:bodyPr/>
        <a:lstStyle/>
        <a:p>
          <a:endParaRPr lang="pt-BR" sz="2800"/>
        </a:p>
      </dgm:t>
    </dgm:pt>
    <dgm:pt modelId="{D86895AC-038C-4D0B-A505-7245EFFF8A96}">
      <dgm:prSet phldrT="[Texto]" custT="1"/>
      <dgm:spPr>
        <a:solidFill>
          <a:schemeClr val="bg2"/>
        </a:solidFill>
      </dgm:spPr>
      <dgm:t>
        <a:bodyPr/>
        <a:lstStyle/>
        <a:p>
          <a:r>
            <a:rPr lang="pt-BR" sz="1400" b="1" dirty="0"/>
            <a:t>Método de inspeção semiótica</a:t>
          </a:r>
        </a:p>
      </dgm:t>
    </dgm:pt>
    <dgm:pt modelId="{F5DBB0C2-370D-4CFA-AADB-FAF989F1BA9E}" type="parTrans" cxnId="{17B52983-CBCE-42DB-AC8B-A78279967124}">
      <dgm:prSet custT="1">
        <dgm:style>
          <a:lnRef idx="2">
            <a:schemeClr val="accent1"/>
          </a:lnRef>
          <a:fillRef idx="0">
            <a:schemeClr val="accent1"/>
          </a:fillRef>
          <a:effectRef idx="1">
            <a:schemeClr val="accent1"/>
          </a:effectRef>
          <a:fontRef idx="minor">
            <a:schemeClr val="tx1"/>
          </a:fontRef>
        </dgm:style>
      </dgm:prSet>
      <dgm:spPr/>
      <dgm:t>
        <a:bodyPr/>
        <a:lstStyle/>
        <a:p>
          <a:endParaRPr lang="pt-BR" sz="800"/>
        </a:p>
      </dgm:t>
    </dgm:pt>
    <dgm:pt modelId="{57AD2193-E6CC-49A7-8E5C-C2E669975274}" type="sibTrans" cxnId="{17B52983-CBCE-42DB-AC8B-A78279967124}">
      <dgm:prSet/>
      <dgm:spPr/>
      <dgm:t>
        <a:bodyPr/>
        <a:lstStyle/>
        <a:p>
          <a:endParaRPr lang="pt-BR" sz="2800"/>
        </a:p>
      </dgm:t>
    </dgm:pt>
    <dgm:pt modelId="{9FE94BA1-1EA7-4F46-8D7A-A47CDDCCC5CA}">
      <dgm:prSet phldrT="[Texto]" custT="1"/>
      <dgm:spPr>
        <a:solidFill>
          <a:schemeClr val="bg2"/>
        </a:solidFill>
      </dgm:spPr>
      <dgm:t>
        <a:bodyPr/>
        <a:lstStyle/>
        <a:p>
          <a:r>
            <a:rPr lang="pt-BR" sz="1400" b="1" dirty="0"/>
            <a:t>Modelos preditivos</a:t>
          </a:r>
        </a:p>
      </dgm:t>
    </dgm:pt>
    <dgm:pt modelId="{55F84B5D-F96F-48A3-AEF1-9A10B34BF33D}" type="parTrans" cxnId="{20604408-1D2A-45DB-98B9-2A4722D7CBDC}">
      <dgm:prSet custT="1">
        <dgm:style>
          <a:lnRef idx="2">
            <a:schemeClr val="accent1"/>
          </a:lnRef>
          <a:fillRef idx="0">
            <a:schemeClr val="accent1"/>
          </a:fillRef>
          <a:effectRef idx="1">
            <a:schemeClr val="accent1"/>
          </a:effectRef>
          <a:fontRef idx="minor">
            <a:schemeClr val="tx1"/>
          </a:fontRef>
        </dgm:style>
      </dgm:prSet>
      <dgm:spPr/>
      <dgm:t>
        <a:bodyPr/>
        <a:lstStyle/>
        <a:p>
          <a:endParaRPr lang="pt-BR" sz="800"/>
        </a:p>
      </dgm:t>
    </dgm:pt>
    <dgm:pt modelId="{66FF6C3E-52C5-4ECC-8A3C-2A67A5E3F32E}" type="sibTrans" cxnId="{20604408-1D2A-45DB-98B9-2A4722D7CBDC}">
      <dgm:prSet/>
      <dgm:spPr/>
      <dgm:t>
        <a:bodyPr/>
        <a:lstStyle/>
        <a:p>
          <a:endParaRPr lang="pt-BR" sz="2800"/>
        </a:p>
      </dgm:t>
    </dgm:pt>
    <dgm:pt modelId="{391C413C-FCF9-46F7-8DF8-2D66DF86DC89}">
      <dgm:prSet phldrT="[Texto]" custT="1"/>
      <dgm:spPr>
        <a:solidFill>
          <a:schemeClr val="bg2"/>
        </a:solidFill>
      </dgm:spPr>
      <dgm:t>
        <a:bodyPr/>
        <a:lstStyle/>
        <a:p>
          <a:r>
            <a:rPr lang="pt-BR" sz="1400" b="1" dirty="0"/>
            <a:t>GOMS</a:t>
          </a:r>
        </a:p>
      </dgm:t>
    </dgm:pt>
    <dgm:pt modelId="{7E65A79E-7DCC-4575-9A47-7A231D0BE84F}" type="parTrans" cxnId="{89D440AB-7777-4D91-B9F4-515343822E46}">
      <dgm:prSet custT="1">
        <dgm:style>
          <a:lnRef idx="2">
            <a:schemeClr val="accent1"/>
          </a:lnRef>
          <a:fillRef idx="0">
            <a:schemeClr val="accent1"/>
          </a:fillRef>
          <a:effectRef idx="1">
            <a:schemeClr val="accent1"/>
          </a:effectRef>
          <a:fontRef idx="minor">
            <a:schemeClr val="tx1"/>
          </a:fontRef>
        </dgm:style>
      </dgm:prSet>
      <dgm:spPr/>
      <dgm:t>
        <a:bodyPr/>
        <a:lstStyle/>
        <a:p>
          <a:endParaRPr lang="pt-BR" sz="800"/>
        </a:p>
      </dgm:t>
    </dgm:pt>
    <dgm:pt modelId="{1657D617-8B12-46E8-B725-7B73C6E6871A}" type="sibTrans" cxnId="{89D440AB-7777-4D91-B9F4-515343822E46}">
      <dgm:prSet/>
      <dgm:spPr/>
      <dgm:t>
        <a:bodyPr/>
        <a:lstStyle/>
        <a:p>
          <a:endParaRPr lang="pt-BR" sz="2800"/>
        </a:p>
      </dgm:t>
    </dgm:pt>
    <dgm:pt modelId="{B775E025-3A48-48C6-B280-6FB2EAFE22C5}">
      <dgm:prSet phldrT="[Texto]" custT="1"/>
      <dgm:spPr>
        <a:solidFill>
          <a:schemeClr val="bg2"/>
        </a:solidFill>
      </dgm:spPr>
      <dgm:t>
        <a:bodyPr/>
        <a:lstStyle/>
        <a:p>
          <a:r>
            <a:rPr lang="pt-BR" sz="1400" b="1" dirty="0"/>
            <a:t>KLM</a:t>
          </a:r>
        </a:p>
      </dgm:t>
    </dgm:pt>
    <dgm:pt modelId="{5B085021-6D1B-4814-8230-15A608934B3D}" type="parTrans" cxnId="{FB1FCC5A-7DF3-46BF-AA92-AAF2B27D3F77}">
      <dgm:prSet custT="1">
        <dgm:style>
          <a:lnRef idx="2">
            <a:schemeClr val="accent1"/>
          </a:lnRef>
          <a:fillRef idx="0">
            <a:schemeClr val="accent1"/>
          </a:fillRef>
          <a:effectRef idx="1">
            <a:schemeClr val="accent1"/>
          </a:effectRef>
          <a:fontRef idx="minor">
            <a:schemeClr val="tx1"/>
          </a:fontRef>
        </dgm:style>
      </dgm:prSet>
      <dgm:spPr/>
      <dgm:t>
        <a:bodyPr/>
        <a:lstStyle/>
        <a:p>
          <a:endParaRPr lang="pt-BR" sz="800"/>
        </a:p>
      </dgm:t>
    </dgm:pt>
    <dgm:pt modelId="{531F5E29-D3C6-443A-A4FE-738393A96F07}" type="sibTrans" cxnId="{FB1FCC5A-7DF3-46BF-AA92-AAF2B27D3F77}">
      <dgm:prSet/>
      <dgm:spPr/>
      <dgm:t>
        <a:bodyPr/>
        <a:lstStyle/>
        <a:p>
          <a:endParaRPr lang="pt-BR" sz="2800"/>
        </a:p>
      </dgm:t>
    </dgm:pt>
    <dgm:pt modelId="{0CDA1B47-8955-4CBA-A70C-DFDDCD7E58F0}">
      <dgm:prSet phldrT="[Texto]" custT="1"/>
      <dgm:spPr>
        <a:solidFill>
          <a:schemeClr val="bg2"/>
        </a:solidFill>
      </dgm:spPr>
      <dgm:t>
        <a:bodyPr/>
        <a:lstStyle/>
        <a:p>
          <a:r>
            <a:rPr lang="pt-BR" sz="1400" b="1" dirty="0"/>
            <a:t>Lei de </a:t>
          </a:r>
          <a:r>
            <a:rPr lang="pt-BR" sz="1400" b="1" dirty="0" err="1"/>
            <a:t>Fitts</a:t>
          </a:r>
          <a:endParaRPr lang="pt-BR" sz="1400" b="1" dirty="0"/>
        </a:p>
      </dgm:t>
    </dgm:pt>
    <dgm:pt modelId="{53DD24F8-9C6F-4268-B0DE-D66DE7F4B9ED}" type="parTrans" cxnId="{607AD575-85DB-4FB3-978E-1B0B799DEEF8}">
      <dgm:prSet custT="1">
        <dgm:style>
          <a:lnRef idx="2">
            <a:schemeClr val="accent1"/>
          </a:lnRef>
          <a:fillRef idx="0">
            <a:schemeClr val="accent1"/>
          </a:fillRef>
          <a:effectRef idx="1">
            <a:schemeClr val="accent1"/>
          </a:effectRef>
          <a:fontRef idx="minor">
            <a:schemeClr val="tx1"/>
          </a:fontRef>
        </dgm:style>
      </dgm:prSet>
      <dgm:spPr/>
      <dgm:t>
        <a:bodyPr/>
        <a:lstStyle/>
        <a:p>
          <a:endParaRPr lang="pt-BR" sz="800"/>
        </a:p>
      </dgm:t>
    </dgm:pt>
    <dgm:pt modelId="{2FC4C000-E98C-40F1-BE38-3F5C2AB1EB8D}" type="sibTrans" cxnId="{607AD575-85DB-4FB3-978E-1B0B799DEEF8}">
      <dgm:prSet/>
      <dgm:spPr/>
      <dgm:t>
        <a:bodyPr/>
        <a:lstStyle/>
        <a:p>
          <a:endParaRPr lang="pt-BR" sz="2800"/>
        </a:p>
      </dgm:t>
    </dgm:pt>
    <dgm:pt modelId="{96B017A2-2B9A-4A0B-A796-9DB9418113AE}">
      <dgm:prSet phldrT="[Texto]" custT="1"/>
      <dgm:spPr>
        <a:solidFill>
          <a:srgbClr val="70AD47">
            <a:lumMod val="60000"/>
            <a:lumOff val="40000"/>
          </a:srgbClr>
        </a:solidFill>
        <a:ln w="12700" cap="flat" cmpd="sng" algn="ctr">
          <a:solidFill>
            <a:prstClr val="white">
              <a:hueOff val="0"/>
              <a:satOff val="0"/>
              <a:lumOff val="0"/>
              <a:alphaOff val="0"/>
            </a:prstClr>
          </a:solidFill>
          <a:prstDash val="solid"/>
          <a:miter lim="800000"/>
        </a:ln>
        <a:effectLst/>
      </dgm:spPr>
      <dgm:t>
        <a:bodyPr spcFirstLastPara="0" vert="horz" wrap="square" lIns="8890" tIns="8890" rIns="8890" bIns="8890" numCol="1" spcCol="1270" anchor="ctr" anchorCtr="0"/>
        <a:lstStyle/>
        <a:p>
          <a:pPr marL="0" lvl="0" indent="0" algn="ctr" defTabSz="622300">
            <a:lnSpc>
              <a:spcPct val="90000"/>
            </a:lnSpc>
            <a:spcBef>
              <a:spcPct val="0"/>
            </a:spcBef>
            <a:spcAft>
              <a:spcPct val="35000"/>
            </a:spcAft>
            <a:buNone/>
          </a:pPr>
          <a:r>
            <a:rPr lang="pt-BR" sz="1400" b="1" kern="1200" dirty="0">
              <a:solidFill>
                <a:prstClr val="white"/>
              </a:solidFill>
              <a:latin typeface="Calibri" panose="020F0502020204030204"/>
              <a:ea typeface="+mn-ea"/>
              <a:cs typeface="+mn-cs"/>
            </a:rPr>
            <a:t>Método de avaliação da comunicabilidade</a:t>
          </a:r>
        </a:p>
      </dgm:t>
    </dgm:pt>
    <dgm:pt modelId="{F88A9BCE-7075-4315-B648-4DA53191FB55}" type="sibTrans" cxnId="{D31DA20E-ADCB-43C4-A9F4-C5011D292B32}">
      <dgm:prSet/>
      <dgm:spPr/>
      <dgm:t>
        <a:bodyPr/>
        <a:lstStyle/>
        <a:p>
          <a:endParaRPr lang="pt-BR" sz="2800"/>
        </a:p>
      </dgm:t>
    </dgm:pt>
    <dgm:pt modelId="{4F1B182C-4B0F-4091-B385-F9C6F4D04162}" type="parTrans" cxnId="{D31DA20E-ADCB-43C4-A9F4-C5011D292B32}">
      <dgm:prSet custT="1">
        <dgm:style>
          <a:lnRef idx="2">
            <a:schemeClr val="accent3"/>
          </a:lnRef>
          <a:fillRef idx="0">
            <a:schemeClr val="accent3"/>
          </a:fillRef>
          <a:effectRef idx="1">
            <a:schemeClr val="accent3"/>
          </a:effectRef>
          <a:fontRef idx="minor">
            <a:schemeClr val="tx1"/>
          </a:fontRef>
        </dgm:style>
      </dgm:prSet>
      <dgm:spPr/>
      <dgm:t>
        <a:bodyPr/>
        <a:lstStyle/>
        <a:p>
          <a:endParaRPr lang="pt-BR" sz="800"/>
        </a:p>
      </dgm:t>
    </dgm:pt>
    <dgm:pt modelId="{EA8734FA-74CB-4691-8EB5-5BB1EA981184}">
      <dgm:prSet phldrT="[Texto]" custT="1"/>
      <dgm:spPr>
        <a:solidFill>
          <a:srgbClr val="70AD47">
            <a:lumMod val="20000"/>
            <a:lumOff val="80000"/>
          </a:srgbClr>
        </a:solidFill>
        <a:ln w="12700" cap="flat" cmpd="sng" algn="ctr">
          <a:solidFill>
            <a:prstClr val="white">
              <a:hueOff val="0"/>
              <a:satOff val="0"/>
              <a:lumOff val="0"/>
              <a:alphaOff val="0"/>
            </a:prstClr>
          </a:solidFill>
          <a:prstDash val="solid"/>
          <a:miter lim="800000"/>
        </a:ln>
        <a:effectLst/>
      </dgm:spPr>
      <dgm:t>
        <a:bodyPr spcFirstLastPara="0" vert="horz" wrap="square" lIns="8890" tIns="8890" rIns="8890" bIns="8890" numCol="1" spcCol="1270" anchor="ctr" anchorCtr="0"/>
        <a:lstStyle/>
        <a:p>
          <a:pPr marL="0" lvl="0" indent="0" algn="ctr" defTabSz="622300">
            <a:lnSpc>
              <a:spcPct val="90000"/>
            </a:lnSpc>
            <a:spcBef>
              <a:spcPct val="0"/>
            </a:spcBef>
            <a:spcAft>
              <a:spcPct val="35000"/>
            </a:spcAft>
            <a:buNone/>
          </a:pPr>
          <a:r>
            <a:rPr lang="pt-BR" sz="1400" b="1" kern="1200" dirty="0">
              <a:solidFill>
                <a:prstClr val="white"/>
              </a:solidFill>
              <a:latin typeface="Calibri" panose="020F0502020204030204"/>
              <a:ea typeface="+mn-ea"/>
              <a:cs typeface="+mn-cs"/>
            </a:rPr>
            <a:t>Testes de usabilidade</a:t>
          </a:r>
        </a:p>
      </dgm:t>
    </dgm:pt>
    <dgm:pt modelId="{CF83B7A9-BDC7-451D-B96F-8BBA715044DF}" type="sibTrans" cxnId="{0FDEFE4B-0B3C-4759-9E91-10D80E549B92}">
      <dgm:prSet/>
      <dgm:spPr/>
      <dgm:t>
        <a:bodyPr/>
        <a:lstStyle/>
        <a:p>
          <a:endParaRPr lang="pt-BR" sz="2800"/>
        </a:p>
      </dgm:t>
    </dgm:pt>
    <dgm:pt modelId="{90D22336-370F-499C-85E0-0091425FF14A}" type="parTrans" cxnId="{0FDEFE4B-0B3C-4759-9E91-10D80E549B92}">
      <dgm:prSet custT="1">
        <dgm:style>
          <a:lnRef idx="2">
            <a:schemeClr val="accent3"/>
          </a:lnRef>
          <a:fillRef idx="0">
            <a:schemeClr val="accent3"/>
          </a:fillRef>
          <a:effectRef idx="1">
            <a:schemeClr val="accent3"/>
          </a:effectRef>
          <a:fontRef idx="minor">
            <a:schemeClr val="tx1"/>
          </a:fontRef>
        </dgm:style>
      </dgm:prSet>
      <dgm:spPr/>
      <dgm:t>
        <a:bodyPr/>
        <a:lstStyle/>
        <a:p>
          <a:endParaRPr lang="pt-BR" sz="800"/>
        </a:p>
      </dgm:t>
    </dgm:pt>
    <dgm:pt modelId="{D139B5E0-068E-4520-A323-4AAD4E86247A}">
      <dgm:prSet phldrT="[Texto]" custT="1"/>
      <dgm:spPr>
        <a:solidFill>
          <a:srgbClr val="70AD47">
            <a:lumMod val="20000"/>
            <a:lumOff val="80000"/>
          </a:srgbClr>
        </a:solidFill>
        <a:ln w="12700" cap="flat" cmpd="sng" algn="ctr">
          <a:solidFill>
            <a:prstClr val="white">
              <a:hueOff val="0"/>
              <a:satOff val="0"/>
              <a:lumOff val="0"/>
              <a:alphaOff val="0"/>
            </a:prstClr>
          </a:solidFill>
          <a:prstDash val="solid"/>
          <a:miter lim="800000"/>
        </a:ln>
        <a:effectLst/>
      </dgm:spPr>
      <dgm:t>
        <a:bodyPr spcFirstLastPara="0" vert="horz" wrap="square" lIns="8890" tIns="8890" rIns="8890" bIns="8890" numCol="1" spcCol="1270" anchor="ctr" anchorCtr="0"/>
        <a:lstStyle/>
        <a:p>
          <a:pPr marL="0" lvl="0" indent="0" algn="ctr" defTabSz="622300">
            <a:lnSpc>
              <a:spcPct val="90000"/>
            </a:lnSpc>
            <a:spcBef>
              <a:spcPct val="0"/>
            </a:spcBef>
            <a:spcAft>
              <a:spcPct val="35000"/>
            </a:spcAft>
            <a:buNone/>
          </a:pPr>
          <a:r>
            <a:rPr lang="pt-BR" sz="1400" b="1" kern="1200" dirty="0">
              <a:solidFill>
                <a:prstClr val="white"/>
              </a:solidFill>
              <a:latin typeface="Calibri" panose="020F0502020204030204"/>
              <a:ea typeface="+mn-ea"/>
              <a:cs typeface="+mn-cs"/>
            </a:rPr>
            <a:t>Prototipação em papel</a:t>
          </a:r>
        </a:p>
      </dgm:t>
    </dgm:pt>
    <dgm:pt modelId="{656810FC-17DF-4F97-A8FE-E9A2F4F3AAF5}" type="parTrans" cxnId="{82C99561-2440-4F60-A747-F2E656B6AE6A}">
      <dgm:prSet/>
      <dgm:spPr>
        <a:ln>
          <a:solidFill>
            <a:schemeClr val="accent3">
              <a:lumMod val="75000"/>
            </a:schemeClr>
          </a:solidFill>
        </a:ln>
      </dgm:spPr>
      <dgm:t>
        <a:bodyPr/>
        <a:lstStyle/>
        <a:p>
          <a:endParaRPr lang="pt-BR"/>
        </a:p>
      </dgm:t>
    </dgm:pt>
    <dgm:pt modelId="{2B39D770-F121-48B9-9F52-1C77837B421C}" type="sibTrans" cxnId="{82C99561-2440-4F60-A747-F2E656B6AE6A}">
      <dgm:prSet/>
      <dgm:spPr/>
      <dgm:t>
        <a:bodyPr/>
        <a:lstStyle/>
        <a:p>
          <a:endParaRPr lang="pt-BR"/>
        </a:p>
      </dgm:t>
    </dgm:pt>
    <dgm:pt modelId="{0E684CBF-E73A-4122-9502-B601CBF03E03}" type="pres">
      <dgm:prSet presAssocID="{3170B9A6-D7B2-48CB-8989-16CC2741CDB8}" presName="diagram" presStyleCnt="0">
        <dgm:presLayoutVars>
          <dgm:chPref val="1"/>
          <dgm:dir/>
          <dgm:animOne val="branch"/>
          <dgm:animLvl val="lvl"/>
          <dgm:resizeHandles val="exact"/>
        </dgm:presLayoutVars>
      </dgm:prSet>
      <dgm:spPr/>
    </dgm:pt>
    <dgm:pt modelId="{BC5FA6FC-B9AD-469F-BDC9-00D4CB8E4234}" type="pres">
      <dgm:prSet presAssocID="{1F14914A-D43F-461D-9259-2A50031A8DC1}" presName="root1" presStyleCnt="0"/>
      <dgm:spPr/>
    </dgm:pt>
    <dgm:pt modelId="{710EA031-62C7-47AC-8107-1B8EFF4FAB51}" type="pres">
      <dgm:prSet presAssocID="{1F14914A-D43F-461D-9259-2A50031A8DC1}" presName="LevelOneTextNode" presStyleLbl="node0" presStyleIdx="0" presStyleCnt="2" custScaleX="185970">
        <dgm:presLayoutVars>
          <dgm:chPref val="3"/>
        </dgm:presLayoutVars>
      </dgm:prSet>
      <dgm:spPr/>
    </dgm:pt>
    <dgm:pt modelId="{DE4E0071-E5BE-4A4E-9019-793EBF73C04C}" type="pres">
      <dgm:prSet presAssocID="{1F14914A-D43F-461D-9259-2A50031A8DC1}" presName="level2hierChild" presStyleCnt="0"/>
      <dgm:spPr/>
    </dgm:pt>
    <dgm:pt modelId="{B5D4B4C8-FE9C-464B-8386-56626A6E5A6D}" type="pres">
      <dgm:prSet presAssocID="{2DFFBC96-A483-4867-829B-BCBFB194A718}" presName="conn2-1" presStyleLbl="parChTrans1D2" presStyleIdx="0" presStyleCnt="4"/>
      <dgm:spPr/>
    </dgm:pt>
    <dgm:pt modelId="{DB09B14D-4B32-4B09-A288-5C49941DC819}" type="pres">
      <dgm:prSet presAssocID="{2DFFBC96-A483-4867-829B-BCBFB194A718}" presName="connTx" presStyleLbl="parChTrans1D2" presStyleIdx="0" presStyleCnt="4"/>
      <dgm:spPr/>
    </dgm:pt>
    <dgm:pt modelId="{D6B4B248-7372-443D-A707-AF2DA97AC4F3}" type="pres">
      <dgm:prSet presAssocID="{8C4548F3-AE06-4FBE-AE26-FD638333FF2C}" presName="root2" presStyleCnt="0"/>
      <dgm:spPr/>
    </dgm:pt>
    <dgm:pt modelId="{C5CBE992-6A19-40D8-A3E7-70A81A1F89E4}" type="pres">
      <dgm:prSet presAssocID="{8C4548F3-AE06-4FBE-AE26-FD638333FF2C}" presName="LevelTwoTextNode" presStyleLbl="node2" presStyleIdx="0" presStyleCnt="4" custScaleX="223382">
        <dgm:presLayoutVars>
          <dgm:chPref val="3"/>
        </dgm:presLayoutVars>
      </dgm:prSet>
      <dgm:spPr/>
    </dgm:pt>
    <dgm:pt modelId="{E6B8696F-B6C9-4110-8A94-1C555C56B135}" type="pres">
      <dgm:prSet presAssocID="{8C4548F3-AE06-4FBE-AE26-FD638333FF2C}" presName="level3hierChild" presStyleCnt="0"/>
      <dgm:spPr/>
    </dgm:pt>
    <dgm:pt modelId="{46CC529D-2A3B-47CE-81E7-BC16D89F9CB0}" type="pres">
      <dgm:prSet presAssocID="{90D22336-370F-499C-85E0-0091425FF14A}" presName="conn2-1" presStyleLbl="parChTrans1D3" presStyleIdx="0" presStyleCnt="10"/>
      <dgm:spPr/>
    </dgm:pt>
    <dgm:pt modelId="{1B0D5E43-B921-417C-B214-2F49EBD8B06C}" type="pres">
      <dgm:prSet presAssocID="{90D22336-370F-499C-85E0-0091425FF14A}" presName="connTx" presStyleLbl="parChTrans1D3" presStyleIdx="0" presStyleCnt="10"/>
      <dgm:spPr/>
    </dgm:pt>
    <dgm:pt modelId="{4E529049-9532-4465-B6E3-2925CFA5113F}" type="pres">
      <dgm:prSet presAssocID="{EA8734FA-74CB-4691-8EB5-5BB1EA981184}" presName="root2" presStyleCnt="0"/>
      <dgm:spPr/>
    </dgm:pt>
    <dgm:pt modelId="{D2FCAD3C-A6C4-4833-A368-9AA4EFFCD73E}" type="pres">
      <dgm:prSet presAssocID="{EA8734FA-74CB-4691-8EB5-5BB1EA981184}" presName="LevelTwoTextNode" presStyleLbl="node3" presStyleIdx="0" presStyleCnt="10" custScaleX="260612">
        <dgm:presLayoutVars>
          <dgm:chPref val="3"/>
        </dgm:presLayoutVars>
      </dgm:prSet>
      <dgm:spPr>
        <a:xfrm>
          <a:off x="5651805" y="5606"/>
          <a:ext cx="2529623" cy="485323"/>
        </a:xfrm>
        <a:prstGeom prst="roundRect">
          <a:avLst>
            <a:gd name="adj" fmla="val 10000"/>
          </a:avLst>
        </a:prstGeom>
      </dgm:spPr>
    </dgm:pt>
    <dgm:pt modelId="{6C16A763-1F5B-4DC4-BA01-898996A1CFB7}" type="pres">
      <dgm:prSet presAssocID="{EA8734FA-74CB-4691-8EB5-5BB1EA981184}" presName="level3hierChild" presStyleCnt="0"/>
      <dgm:spPr/>
    </dgm:pt>
    <dgm:pt modelId="{9C97835D-3F50-4146-A385-23A04EBF2B27}" type="pres">
      <dgm:prSet presAssocID="{4F1B182C-4B0F-4091-B385-F9C6F4D04162}" presName="conn2-1" presStyleLbl="parChTrans1D3" presStyleIdx="1" presStyleCnt="10"/>
      <dgm:spPr/>
    </dgm:pt>
    <dgm:pt modelId="{4FA366D6-1DE2-419B-B438-DD36239797D6}" type="pres">
      <dgm:prSet presAssocID="{4F1B182C-4B0F-4091-B385-F9C6F4D04162}" presName="connTx" presStyleLbl="parChTrans1D3" presStyleIdx="1" presStyleCnt="10"/>
      <dgm:spPr/>
    </dgm:pt>
    <dgm:pt modelId="{7AAC820C-F222-42C6-8823-587ABF209031}" type="pres">
      <dgm:prSet presAssocID="{96B017A2-2B9A-4A0B-A796-9DB9418113AE}" presName="root2" presStyleCnt="0"/>
      <dgm:spPr/>
    </dgm:pt>
    <dgm:pt modelId="{381530F6-2213-440E-BAD0-430311082A8B}" type="pres">
      <dgm:prSet presAssocID="{96B017A2-2B9A-4A0B-A796-9DB9418113AE}" presName="LevelTwoTextNode" presStyleLbl="node3" presStyleIdx="1" presStyleCnt="10" custScaleX="260612">
        <dgm:presLayoutVars>
          <dgm:chPref val="3"/>
        </dgm:presLayoutVars>
      </dgm:prSet>
      <dgm:spPr>
        <a:xfrm>
          <a:off x="5651805" y="563728"/>
          <a:ext cx="2529623" cy="485323"/>
        </a:xfrm>
        <a:prstGeom prst="roundRect">
          <a:avLst>
            <a:gd name="adj" fmla="val 10000"/>
          </a:avLst>
        </a:prstGeom>
      </dgm:spPr>
    </dgm:pt>
    <dgm:pt modelId="{B4343D8C-4A39-4BD4-97F8-5D963816FA62}" type="pres">
      <dgm:prSet presAssocID="{96B017A2-2B9A-4A0B-A796-9DB9418113AE}" presName="level3hierChild" presStyleCnt="0"/>
      <dgm:spPr/>
    </dgm:pt>
    <dgm:pt modelId="{0CE4476C-94F4-414A-9E46-4F809E3D24A4}" type="pres">
      <dgm:prSet presAssocID="{656810FC-17DF-4F97-A8FE-E9A2F4F3AAF5}" presName="conn2-1" presStyleLbl="parChTrans1D3" presStyleIdx="2" presStyleCnt="10"/>
      <dgm:spPr/>
    </dgm:pt>
    <dgm:pt modelId="{04E00818-5E1F-4C3C-B666-008E28F7074F}" type="pres">
      <dgm:prSet presAssocID="{656810FC-17DF-4F97-A8FE-E9A2F4F3AAF5}" presName="connTx" presStyleLbl="parChTrans1D3" presStyleIdx="2" presStyleCnt="10"/>
      <dgm:spPr/>
    </dgm:pt>
    <dgm:pt modelId="{114D923A-9B14-4A3F-A31F-4ADB50CB2C9B}" type="pres">
      <dgm:prSet presAssocID="{D139B5E0-068E-4520-A323-4AAD4E86247A}" presName="root2" presStyleCnt="0"/>
      <dgm:spPr/>
    </dgm:pt>
    <dgm:pt modelId="{E51D475E-A50A-411F-ACC7-73D30C60B4E3}" type="pres">
      <dgm:prSet presAssocID="{D139B5E0-068E-4520-A323-4AAD4E86247A}" presName="LevelTwoTextNode" presStyleLbl="node3" presStyleIdx="2" presStyleCnt="10" custScaleX="257094">
        <dgm:presLayoutVars>
          <dgm:chPref val="3"/>
        </dgm:presLayoutVars>
      </dgm:prSet>
      <dgm:spPr>
        <a:xfrm>
          <a:off x="5651805" y="1121850"/>
          <a:ext cx="2495476" cy="485323"/>
        </a:xfrm>
        <a:prstGeom prst="roundRect">
          <a:avLst>
            <a:gd name="adj" fmla="val 10000"/>
          </a:avLst>
        </a:prstGeom>
      </dgm:spPr>
    </dgm:pt>
    <dgm:pt modelId="{9E9C567D-AB1B-44C6-AF83-0DCC68A6FC48}" type="pres">
      <dgm:prSet presAssocID="{D139B5E0-068E-4520-A323-4AAD4E86247A}" presName="level3hierChild" presStyleCnt="0"/>
      <dgm:spPr/>
    </dgm:pt>
    <dgm:pt modelId="{7AEE0E62-1374-4A36-8A45-F999FA346614}" type="pres">
      <dgm:prSet presAssocID="{0525E081-584E-40D3-A874-94691F59CA92}" presName="conn2-1" presStyleLbl="parChTrans1D2" presStyleIdx="1" presStyleCnt="4"/>
      <dgm:spPr/>
    </dgm:pt>
    <dgm:pt modelId="{554BE88F-596A-41F8-9D00-7290A2D1BD66}" type="pres">
      <dgm:prSet presAssocID="{0525E081-584E-40D3-A874-94691F59CA92}" presName="connTx" presStyleLbl="parChTrans1D2" presStyleIdx="1" presStyleCnt="4"/>
      <dgm:spPr/>
    </dgm:pt>
    <dgm:pt modelId="{282C6CE4-FFBD-4E83-9B61-24A91F20F27D}" type="pres">
      <dgm:prSet presAssocID="{43062B80-831D-4066-837F-D871B1EFE84A}" presName="root2" presStyleCnt="0"/>
      <dgm:spPr/>
    </dgm:pt>
    <dgm:pt modelId="{EF309B74-9001-484A-9BE5-7E4E7385F0FE}" type="pres">
      <dgm:prSet presAssocID="{43062B80-831D-4066-837F-D871B1EFE84A}" presName="LevelTwoTextNode" presStyleLbl="node2" presStyleIdx="1" presStyleCnt="4" custScaleX="223382">
        <dgm:presLayoutVars>
          <dgm:chPref val="3"/>
        </dgm:presLayoutVars>
      </dgm:prSet>
      <dgm:spPr/>
    </dgm:pt>
    <dgm:pt modelId="{EBF07424-5A90-4AEC-AA2D-8D399DA1E808}" type="pres">
      <dgm:prSet presAssocID="{43062B80-831D-4066-837F-D871B1EFE84A}" presName="level3hierChild" presStyleCnt="0"/>
      <dgm:spPr/>
    </dgm:pt>
    <dgm:pt modelId="{67C0150A-8FFF-4529-807C-ACFCD492EFFC}" type="pres">
      <dgm:prSet presAssocID="{43B8D834-150B-4E7C-9876-68ED23D82F91}" presName="conn2-1" presStyleLbl="parChTrans1D3" presStyleIdx="3" presStyleCnt="10"/>
      <dgm:spPr/>
    </dgm:pt>
    <dgm:pt modelId="{AD2AA421-3FF2-48B3-9170-EB8BF694C8AA}" type="pres">
      <dgm:prSet presAssocID="{43B8D834-150B-4E7C-9876-68ED23D82F91}" presName="connTx" presStyleLbl="parChTrans1D3" presStyleIdx="3" presStyleCnt="10"/>
      <dgm:spPr/>
    </dgm:pt>
    <dgm:pt modelId="{91DDDE42-83B0-4D4E-AF92-39BCA2C55041}" type="pres">
      <dgm:prSet presAssocID="{8537B3F5-2696-4CC5-BB34-71A9D9765DB0}" presName="root2" presStyleCnt="0"/>
      <dgm:spPr/>
    </dgm:pt>
    <dgm:pt modelId="{6698696B-2965-4FA6-B97F-186DC917FF3C}" type="pres">
      <dgm:prSet presAssocID="{8537B3F5-2696-4CC5-BB34-71A9D9765DB0}" presName="LevelTwoTextNode" presStyleLbl="node3" presStyleIdx="3" presStyleCnt="10" custScaleX="260612">
        <dgm:presLayoutVars>
          <dgm:chPref val="3"/>
        </dgm:presLayoutVars>
      </dgm:prSet>
      <dgm:spPr/>
    </dgm:pt>
    <dgm:pt modelId="{7585DED0-2E2B-408B-9C25-A5452617C7F7}" type="pres">
      <dgm:prSet presAssocID="{8537B3F5-2696-4CC5-BB34-71A9D9765DB0}" presName="level3hierChild" presStyleCnt="0"/>
      <dgm:spPr/>
    </dgm:pt>
    <dgm:pt modelId="{8CD80F87-AECF-40C0-9847-E7961DD1DFDC}" type="pres">
      <dgm:prSet presAssocID="{4B2360FC-4A23-4349-A584-041111DDA91F}" presName="root1" presStyleCnt="0"/>
      <dgm:spPr/>
    </dgm:pt>
    <dgm:pt modelId="{CFAC0C71-E904-4465-9540-EAF6DE0E2232}" type="pres">
      <dgm:prSet presAssocID="{4B2360FC-4A23-4349-A584-041111DDA91F}" presName="LevelOneTextNode" presStyleLbl="node0" presStyleIdx="1" presStyleCnt="2" custScaleX="185970">
        <dgm:presLayoutVars>
          <dgm:chPref val="3"/>
        </dgm:presLayoutVars>
      </dgm:prSet>
      <dgm:spPr/>
    </dgm:pt>
    <dgm:pt modelId="{1EBA2CF8-E8B4-4B51-B6E8-29F5C1FE25C2}" type="pres">
      <dgm:prSet presAssocID="{4B2360FC-4A23-4349-A584-041111DDA91F}" presName="level2hierChild" presStyleCnt="0"/>
      <dgm:spPr/>
    </dgm:pt>
    <dgm:pt modelId="{5BAA9F86-2F53-4FF2-82F9-3ED009F2718A}" type="pres">
      <dgm:prSet presAssocID="{6EF6F811-5C12-4E07-BFAD-FDE020B1E30D}" presName="conn2-1" presStyleLbl="parChTrans1D2" presStyleIdx="2" presStyleCnt="4"/>
      <dgm:spPr/>
    </dgm:pt>
    <dgm:pt modelId="{6374762E-E369-4C66-B352-771B5C73B645}" type="pres">
      <dgm:prSet presAssocID="{6EF6F811-5C12-4E07-BFAD-FDE020B1E30D}" presName="connTx" presStyleLbl="parChTrans1D2" presStyleIdx="2" presStyleCnt="4"/>
      <dgm:spPr/>
    </dgm:pt>
    <dgm:pt modelId="{819E8E80-A0A9-412A-B09B-30F10456B593}" type="pres">
      <dgm:prSet presAssocID="{55FD7110-C4CC-47B1-941D-9E245714C2DD}" presName="root2" presStyleCnt="0"/>
      <dgm:spPr/>
    </dgm:pt>
    <dgm:pt modelId="{A3F0FCF8-83F1-4442-AA66-9DE5956E9A6A}" type="pres">
      <dgm:prSet presAssocID="{55FD7110-C4CC-47B1-941D-9E245714C2DD}" presName="LevelTwoTextNode" presStyleLbl="node2" presStyleIdx="2" presStyleCnt="4" custScaleX="223382">
        <dgm:presLayoutVars>
          <dgm:chPref val="3"/>
        </dgm:presLayoutVars>
      </dgm:prSet>
      <dgm:spPr/>
    </dgm:pt>
    <dgm:pt modelId="{B5C5455C-7317-4BFD-B1D6-B057099C1955}" type="pres">
      <dgm:prSet presAssocID="{55FD7110-C4CC-47B1-941D-9E245714C2DD}" presName="level3hierChild" presStyleCnt="0"/>
      <dgm:spPr/>
    </dgm:pt>
    <dgm:pt modelId="{F4980D84-16A4-4E2F-ACCB-2ACF0ABFA2F8}" type="pres">
      <dgm:prSet presAssocID="{6B9F4DE1-FACC-4BF9-9A9A-20AE0E4A8879}" presName="conn2-1" presStyleLbl="parChTrans1D3" presStyleIdx="4" presStyleCnt="10"/>
      <dgm:spPr/>
    </dgm:pt>
    <dgm:pt modelId="{E8673748-CBF2-449F-9651-9781872B45D9}" type="pres">
      <dgm:prSet presAssocID="{6B9F4DE1-FACC-4BF9-9A9A-20AE0E4A8879}" presName="connTx" presStyleLbl="parChTrans1D3" presStyleIdx="4" presStyleCnt="10"/>
      <dgm:spPr/>
    </dgm:pt>
    <dgm:pt modelId="{1C7BF9CA-4A07-4AC5-B3F4-CAF87711364B}" type="pres">
      <dgm:prSet presAssocID="{426E1076-CDE8-46E0-A307-5DF887249423}" presName="root2" presStyleCnt="0"/>
      <dgm:spPr/>
    </dgm:pt>
    <dgm:pt modelId="{817127E6-97ED-4915-9855-ACD4D8C9D3AC}" type="pres">
      <dgm:prSet presAssocID="{426E1076-CDE8-46E0-A307-5DF887249423}" presName="LevelTwoTextNode" presStyleLbl="node3" presStyleIdx="4" presStyleCnt="10" custScaleX="260612">
        <dgm:presLayoutVars>
          <dgm:chPref val="3"/>
        </dgm:presLayoutVars>
      </dgm:prSet>
      <dgm:spPr/>
    </dgm:pt>
    <dgm:pt modelId="{4D39E386-309E-427A-8CF8-E50E73ED1461}" type="pres">
      <dgm:prSet presAssocID="{426E1076-CDE8-46E0-A307-5DF887249423}" presName="level3hierChild" presStyleCnt="0"/>
      <dgm:spPr/>
    </dgm:pt>
    <dgm:pt modelId="{067ABCF1-BC3D-4B18-9151-27EFD3C3D053}" type="pres">
      <dgm:prSet presAssocID="{939DE4A3-94FE-47CA-BD1E-2285F5AA6D18}" presName="conn2-1" presStyleLbl="parChTrans1D3" presStyleIdx="5" presStyleCnt="10"/>
      <dgm:spPr/>
    </dgm:pt>
    <dgm:pt modelId="{895CB550-AF15-49B5-A24F-EB8343BDF637}" type="pres">
      <dgm:prSet presAssocID="{939DE4A3-94FE-47CA-BD1E-2285F5AA6D18}" presName="connTx" presStyleLbl="parChTrans1D3" presStyleIdx="5" presStyleCnt="10"/>
      <dgm:spPr/>
    </dgm:pt>
    <dgm:pt modelId="{88B0F864-C75A-4E54-9224-EF89F688BB0A}" type="pres">
      <dgm:prSet presAssocID="{776F0357-7CE0-4833-A6B2-2FFBB1B41AA4}" presName="root2" presStyleCnt="0"/>
      <dgm:spPr/>
    </dgm:pt>
    <dgm:pt modelId="{675AE7D5-F49C-48F4-86F5-F51C143E5AE9}" type="pres">
      <dgm:prSet presAssocID="{776F0357-7CE0-4833-A6B2-2FFBB1B41AA4}" presName="LevelTwoTextNode" presStyleLbl="node3" presStyleIdx="5" presStyleCnt="10" custScaleX="260612">
        <dgm:presLayoutVars>
          <dgm:chPref val="3"/>
        </dgm:presLayoutVars>
      </dgm:prSet>
      <dgm:spPr/>
    </dgm:pt>
    <dgm:pt modelId="{169540D0-CB83-40B9-AB48-954F59650325}" type="pres">
      <dgm:prSet presAssocID="{776F0357-7CE0-4833-A6B2-2FFBB1B41AA4}" presName="level3hierChild" presStyleCnt="0"/>
      <dgm:spPr/>
    </dgm:pt>
    <dgm:pt modelId="{733F6A0C-865D-4EC8-8604-C1740B1228AD}" type="pres">
      <dgm:prSet presAssocID="{F5DBB0C2-370D-4CFA-AADB-FAF989F1BA9E}" presName="conn2-1" presStyleLbl="parChTrans1D3" presStyleIdx="6" presStyleCnt="10"/>
      <dgm:spPr/>
    </dgm:pt>
    <dgm:pt modelId="{4CD3D14A-9F7C-47FF-AC23-988FC07BA706}" type="pres">
      <dgm:prSet presAssocID="{F5DBB0C2-370D-4CFA-AADB-FAF989F1BA9E}" presName="connTx" presStyleLbl="parChTrans1D3" presStyleIdx="6" presStyleCnt="10"/>
      <dgm:spPr/>
    </dgm:pt>
    <dgm:pt modelId="{1C7CBF30-63FD-4710-827F-F8C232D9B0B7}" type="pres">
      <dgm:prSet presAssocID="{D86895AC-038C-4D0B-A505-7245EFFF8A96}" presName="root2" presStyleCnt="0"/>
      <dgm:spPr/>
    </dgm:pt>
    <dgm:pt modelId="{87D7957F-DA95-4246-88CF-807380FAD9A4}" type="pres">
      <dgm:prSet presAssocID="{D86895AC-038C-4D0B-A505-7245EFFF8A96}" presName="LevelTwoTextNode" presStyleLbl="node3" presStyleIdx="6" presStyleCnt="10" custScaleX="260612">
        <dgm:presLayoutVars>
          <dgm:chPref val="3"/>
        </dgm:presLayoutVars>
      </dgm:prSet>
      <dgm:spPr/>
    </dgm:pt>
    <dgm:pt modelId="{EBBC5452-91DF-4230-9263-CC2E79F15879}" type="pres">
      <dgm:prSet presAssocID="{D86895AC-038C-4D0B-A505-7245EFFF8A96}" presName="level3hierChild" presStyleCnt="0"/>
      <dgm:spPr/>
    </dgm:pt>
    <dgm:pt modelId="{A1E44A07-007E-4AB2-A566-20B25A999380}" type="pres">
      <dgm:prSet presAssocID="{55F84B5D-F96F-48A3-AEF1-9A10B34BF33D}" presName="conn2-1" presStyleLbl="parChTrans1D2" presStyleIdx="3" presStyleCnt="4"/>
      <dgm:spPr/>
    </dgm:pt>
    <dgm:pt modelId="{18990E00-B8AD-453C-8C02-B9E8DE06CE71}" type="pres">
      <dgm:prSet presAssocID="{55F84B5D-F96F-48A3-AEF1-9A10B34BF33D}" presName="connTx" presStyleLbl="parChTrans1D2" presStyleIdx="3" presStyleCnt="4"/>
      <dgm:spPr/>
    </dgm:pt>
    <dgm:pt modelId="{EAD341B2-1272-4D6A-BEA8-32AEA23F079D}" type="pres">
      <dgm:prSet presAssocID="{9FE94BA1-1EA7-4F46-8D7A-A47CDDCCC5CA}" presName="root2" presStyleCnt="0"/>
      <dgm:spPr/>
    </dgm:pt>
    <dgm:pt modelId="{8D792BE3-43E8-4D88-814A-E21863B60C4C}" type="pres">
      <dgm:prSet presAssocID="{9FE94BA1-1EA7-4F46-8D7A-A47CDDCCC5CA}" presName="LevelTwoTextNode" presStyleLbl="node2" presStyleIdx="3" presStyleCnt="4" custScaleX="223382">
        <dgm:presLayoutVars>
          <dgm:chPref val="3"/>
        </dgm:presLayoutVars>
      </dgm:prSet>
      <dgm:spPr/>
    </dgm:pt>
    <dgm:pt modelId="{157DA2B3-1492-4B7F-A2B1-2BC7035EF26E}" type="pres">
      <dgm:prSet presAssocID="{9FE94BA1-1EA7-4F46-8D7A-A47CDDCCC5CA}" presName="level3hierChild" presStyleCnt="0"/>
      <dgm:spPr/>
    </dgm:pt>
    <dgm:pt modelId="{FD8C821B-3CB5-4286-B1C2-3ED70481AD9B}" type="pres">
      <dgm:prSet presAssocID="{7E65A79E-7DCC-4575-9A47-7A231D0BE84F}" presName="conn2-1" presStyleLbl="parChTrans1D3" presStyleIdx="7" presStyleCnt="10"/>
      <dgm:spPr/>
    </dgm:pt>
    <dgm:pt modelId="{3244C851-7FDF-4BB1-AFB2-37B7B93B4A1A}" type="pres">
      <dgm:prSet presAssocID="{7E65A79E-7DCC-4575-9A47-7A231D0BE84F}" presName="connTx" presStyleLbl="parChTrans1D3" presStyleIdx="7" presStyleCnt="10"/>
      <dgm:spPr/>
    </dgm:pt>
    <dgm:pt modelId="{C09D1D89-A81D-4129-A167-13E3703AD1F8}" type="pres">
      <dgm:prSet presAssocID="{391C413C-FCF9-46F7-8DF8-2D66DF86DC89}" presName="root2" presStyleCnt="0"/>
      <dgm:spPr/>
    </dgm:pt>
    <dgm:pt modelId="{E4CF93C6-C0E5-4AC5-A3A6-BE166DFCC51B}" type="pres">
      <dgm:prSet presAssocID="{391C413C-FCF9-46F7-8DF8-2D66DF86DC89}" presName="LevelTwoTextNode" presStyleLbl="node3" presStyleIdx="7" presStyleCnt="10" custScaleX="260612">
        <dgm:presLayoutVars>
          <dgm:chPref val="3"/>
        </dgm:presLayoutVars>
      </dgm:prSet>
      <dgm:spPr/>
    </dgm:pt>
    <dgm:pt modelId="{ADD57C2B-D28B-4DE5-B2A4-B7BEC5C64F52}" type="pres">
      <dgm:prSet presAssocID="{391C413C-FCF9-46F7-8DF8-2D66DF86DC89}" presName="level3hierChild" presStyleCnt="0"/>
      <dgm:spPr/>
    </dgm:pt>
    <dgm:pt modelId="{DCA89DF2-A8EC-4172-8C5E-CDBE2961A251}" type="pres">
      <dgm:prSet presAssocID="{5B085021-6D1B-4814-8230-15A608934B3D}" presName="conn2-1" presStyleLbl="parChTrans1D3" presStyleIdx="8" presStyleCnt="10"/>
      <dgm:spPr/>
    </dgm:pt>
    <dgm:pt modelId="{4CF5F001-DE41-41C4-B0B0-BF1588AD2664}" type="pres">
      <dgm:prSet presAssocID="{5B085021-6D1B-4814-8230-15A608934B3D}" presName="connTx" presStyleLbl="parChTrans1D3" presStyleIdx="8" presStyleCnt="10"/>
      <dgm:spPr/>
    </dgm:pt>
    <dgm:pt modelId="{01406BBD-FFF2-46DD-9A52-9E5F06082BD0}" type="pres">
      <dgm:prSet presAssocID="{B775E025-3A48-48C6-B280-6FB2EAFE22C5}" presName="root2" presStyleCnt="0"/>
      <dgm:spPr/>
    </dgm:pt>
    <dgm:pt modelId="{F777AF1C-0F49-47AA-8F40-02B31720685D}" type="pres">
      <dgm:prSet presAssocID="{B775E025-3A48-48C6-B280-6FB2EAFE22C5}" presName="LevelTwoTextNode" presStyleLbl="node3" presStyleIdx="8" presStyleCnt="10" custScaleX="260612">
        <dgm:presLayoutVars>
          <dgm:chPref val="3"/>
        </dgm:presLayoutVars>
      </dgm:prSet>
      <dgm:spPr/>
    </dgm:pt>
    <dgm:pt modelId="{C0F57065-02C2-4A5F-911A-C56BC664E5AE}" type="pres">
      <dgm:prSet presAssocID="{B775E025-3A48-48C6-B280-6FB2EAFE22C5}" presName="level3hierChild" presStyleCnt="0"/>
      <dgm:spPr/>
    </dgm:pt>
    <dgm:pt modelId="{51E8A53B-9A66-48C8-94A6-367796CA0185}" type="pres">
      <dgm:prSet presAssocID="{53DD24F8-9C6F-4268-B0DE-D66DE7F4B9ED}" presName="conn2-1" presStyleLbl="parChTrans1D3" presStyleIdx="9" presStyleCnt="10"/>
      <dgm:spPr/>
    </dgm:pt>
    <dgm:pt modelId="{1E1ECC76-B063-430F-8F3C-D68002B6FA6F}" type="pres">
      <dgm:prSet presAssocID="{53DD24F8-9C6F-4268-B0DE-D66DE7F4B9ED}" presName="connTx" presStyleLbl="parChTrans1D3" presStyleIdx="9" presStyleCnt="10"/>
      <dgm:spPr/>
    </dgm:pt>
    <dgm:pt modelId="{234C29F3-E91F-4EF4-9BB7-4FA1A7FAE5F1}" type="pres">
      <dgm:prSet presAssocID="{0CDA1B47-8955-4CBA-A70C-DFDDCD7E58F0}" presName="root2" presStyleCnt="0"/>
      <dgm:spPr/>
    </dgm:pt>
    <dgm:pt modelId="{B3C40D35-4940-4025-8AF4-B4F510EB1295}" type="pres">
      <dgm:prSet presAssocID="{0CDA1B47-8955-4CBA-A70C-DFDDCD7E58F0}" presName="LevelTwoTextNode" presStyleLbl="node3" presStyleIdx="9" presStyleCnt="10" custScaleX="260612">
        <dgm:presLayoutVars>
          <dgm:chPref val="3"/>
        </dgm:presLayoutVars>
      </dgm:prSet>
      <dgm:spPr/>
    </dgm:pt>
    <dgm:pt modelId="{AF4F19B7-9D07-4463-AEB2-511028CAF70E}" type="pres">
      <dgm:prSet presAssocID="{0CDA1B47-8955-4CBA-A70C-DFDDCD7E58F0}" presName="level3hierChild" presStyleCnt="0"/>
      <dgm:spPr/>
    </dgm:pt>
  </dgm:ptLst>
  <dgm:cxnLst>
    <dgm:cxn modelId="{6F522603-C887-4B92-B585-526DDB016201}" type="presOf" srcId="{43062B80-831D-4066-837F-D871B1EFE84A}" destId="{EF309B74-9001-484A-9BE5-7E4E7385F0FE}" srcOrd="0" destOrd="0" presId="urn:microsoft.com/office/officeart/2005/8/layout/hierarchy2"/>
    <dgm:cxn modelId="{EAF39804-CB8F-48FB-9B3B-7D1F98AFEB54}" type="presOf" srcId="{43B8D834-150B-4E7C-9876-68ED23D82F91}" destId="{AD2AA421-3FF2-48B3-9170-EB8BF694C8AA}" srcOrd="1" destOrd="0" presId="urn:microsoft.com/office/officeart/2005/8/layout/hierarchy2"/>
    <dgm:cxn modelId="{0B427C05-3E91-43E0-89F2-D62C2CC1AF61}" type="presOf" srcId="{4F1B182C-4B0F-4091-B385-F9C6F4D04162}" destId="{9C97835D-3F50-4146-A385-23A04EBF2B27}" srcOrd="0" destOrd="0" presId="urn:microsoft.com/office/officeart/2005/8/layout/hierarchy2"/>
    <dgm:cxn modelId="{20604408-1D2A-45DB-98B9-2A4722D7CBDC}" srcId="{4B2360FC-4A23-4349-A584-041111DDA91F}" destId="{9FE94BA1-1EA7-4F46-8D7A-A47CDDCCC5CA}" srcOrd="1" destOrd="0" parTransId="{55F84B5D-F96F-48A3-AEF1-9A10B34BF33D}" sibTransId="{66FF6C3E-52C5-4ECC-8A3C-2A67A5E3F32E}"/>
    <dgm:cxn modelId="{6639630D-54DC-443C-8345-A0DCC9B6D893}" type="presOf" srcId="{D139B5E0-068E-4520-A323-4AAD4E86247A}" destId="{E51D475E-A50A-411F-ACC7-73D30C60B4E3}" srcOrd="0" destOrd="0" presId="urn:microsoft.com/office/officeart/2005/8/layout/hierarchy2"/>
    <dgm:cxn modelId="{D31DA20E-ADCB-43C4-A9F4-C5011D292B32}" srcId="{8C4548F3-AE06-4FBE-AE26-FD638333FF2C}" destId="{96B017A2-2B9A-4A0B-A796-9DB9418113AE}" srcOrd="1" destOrd="0" parTransId="{4F1B182C-4B0F-4091-B385-F9C6F4D04162}" sibTransId="{F88A9BCE-7075-4315-B648-4DA53191FB55}"/>
    <dgm:cxn modelId="{1CB22615-7A47-471E-BA6A-8260E33DB527}" type="presOf" srcId="{B775E025-3A48-48C6-B280-6FB2EAFE22C5}" destId="{F777AF1C-0F49-47AA-8F40-02B31720685D}" srcOrd="0" destOrd="0" presId="urn:microsoft.com/office/officeart/2005/8/layout/hierarchy2"/>
    <dgm:cxn modelId="{72628A16-61DC-409B-855C-04642D7BAE72}" type="presOf" srcId="{3170B9A6-D7B2-48CB-8989-16CC2741CDB8}" destId="{0E684CBF-E73A-4122-9502-B601CBF03E03}" srcOrd="0" destOrd="0" presId="urn:microsoft.com/office/officeart/2005/8/layout/hierarchy2"/>
    <dgm:cxn modelId="{B41F7C1C-9741-4AC4-94B5-7F8E987DD689}" type="presOf" srcId="{9FE94BA1-1EA7-4F46-8D7A-A47CDDCCC5CA}" destId="{8D792BE3-43E8-4D88-814A-E21863B60C4C}" srcOrd="0" destOrd="0" presId="urn:microsoft.com/office/officeart/2005/8/layout/hierarchy2"/>
    <dgm:cxn modelId="{063F8B1F-3F7F-4813-B192-385403666194}" type="presOf" srcId="{426E1076-CDE8-46E0-A307-5DF887249423}" destId="{817127E6-97ED-4915-9855-ACD4D8C9D3AC}" srcOrd="0" destOrd="0" presId="urn:microsoft.com/office/officeart/2005/8/layout/hierarchy2"/>
    <dgm:cxn modelId="{EBAE2A23-561E-4344-8943-E757B0D40F6C}" type="presOf" srcId="{4B2360FC-4A23-4349-A584-041111DDA91F}" destId="{CFAC0C71-E904-4465-9540-EAF6DE0E2232}" srcOrd="0" destOrd="0" presId="urn:microsoft.com/office/officeart/2005/8/layout/hierarchy2"/>
    <dgm:cxn modelId="{6D402224-8AA2-48E9-9C0F-49BC4E6D99E8}" type="presOf" srcId="{4F1B182C-4B0F-4091-B385-F9C6F4D04162}" destId="{4FA366D6-1DE2-419B-B438-DD36239797D6}" srcOrd="1" destOrd="0" presId="urn:microsoft.com/office/officeart/2005/8/layout/hierarchy2"/>
    <dgm:cxn modelId="{0D9B362B-1015-48A8-940B-7BF3CD5ECCB0}" srcId="{3170B9A6-D7B2-48CB-8989-16CC2741CDB8}" destId="{4B2360FC-4A23-4349-A584-041111DDA91F}" srcOrd="1" destOrd="0" parTransId="{F2305AA3-2C27-4B8C-A94B-A27411D1EA4D}" sibTransId="{242ADC73-5D17-4CDB-A892-31238B9D7FF4}"/>
    <dgm:cxn modelId="{CC4FC22C-8E11-4459-854C-193D695626EF}" type="presOf" srcId="{96B017A2-2B9A-4A0B-A796-9DB9418113AE}" destId="{381530F6-2213-440E-BAD0-430311082A8B}" srcOrd="0" destOrd="0" presId="urn:microsoft.com/office/officeart/2005/8/layout/hierarchy2"/>
    <dgm:cxn modelId="{0DC9602F-B2D5-4FF9-9BB4-8BF2C6D3E4B8}" type="presOf" srcId="{2DFFBC96-A483-4867-829B-BCBFB194A718}" destId="{B5D4B4C8-FE9C-464B-8386-56626A6E5A6D}" srcOrd="0" destOrd="0" presId="urn:microsoft.com/office/officeart/2005/8/layout/hierarchy2"/>
    <dgm:cxn modelId="{C82D672F-52D2-42E1-A029-59B9F6FF4032}" type="presOf" srcId="{939DE4A3-94FE-47CA-BD1E-2285F5AA6D18}" destId="{895CB550-AF15-49B5-A24F-EB8343BDF637}" srcOrd="1" destOrd="0" presId="urn:microsoft.com/office/officeart/2005/8/layout/hierarchy2"/>
    <dgm:cxn modelId="{7895A82F-499F-4401-AB0E-1C9DC4513CAE}" srcId="{55FD7110-C4CC-47B1-941D-9E245714C2DD}" destId="{426E1076-CDE8-46E0-A307-5DF887249423}" srcOrd="0" destOrd="0" parTransId="{6B9F4DE1-FACC-4BF9-9A9A-20AE0E4A8879}" sibTransId="{7C603766-875F-4B6E-BED0-28E4F8234346}"/>
    <dgm:cxn modelId="{A2F3EA3D-0AEF-424C-8D96-B54058BC9B24}" type="presOf" srcId="{53DD24F8-9C6F-4268-B0DE-D66DE7F4B9ED}" destId="{1E1ECC76-B063-430F-8F3C-D68002B6FA6F}" srcOrd="1" destOrd="0" presId="urn:microsoft.com/office/officeart/2005/8/layout/hierarchy2"/>
    <dgm:cxn modelId="{50E10240-75BD-49E0-A055-609FAB54DC24}" type="presOf" srcId="{55F84B5D-F96F-48A3-AEF1-9A10B34BF33D}" destId="{A1E44A07-007E-4AB2-A566-20B25A999380}" srcOrd="0" destOrd="0" presId="urn:microsoft.com/office/officeart/2005/8/layout/hierarchy2"/>
    <dgm:cxn modelId="{8111F75B-C260-4255-A31C-2378B7240F6A}" type="presOf" srcId="{F5DBB0C2-370D-4CFA-AADB-FAF989F1BA9E}" destId="{4CD3D14A-9F7C-47FF-AC23-988FC07BA706}" srcOrd="1" destOrd="0" presId="urn:microsoft.com/office/officeart/2005/8/layout/hierarchy2"/>
    <dgm:cxn modelId="{2887395E-BAED-4115-B660-4D7AA4F1BD92}" type="presOf" srcId="{90D22336-370F-499C-85E0-0091425FF14A}" destId="{1B0D5E43-B921-417C-B214-2F49EBD8B06C}" srcOrd="1" destOrd="0" presId="urn:microsoft.com/office/officeart/2005/8/layout/hierarchy2"/>
    <dgm:cxn modelId="{F7952061-1B0A-4754-BFA1-B29A2842E82E}" srcId="{1F14914A-D43F-461D-9259-2A50031A8DC1}" destId="{8C4548F3-AE06-4FBE-AE26-FD638333FF2C}" srcOrd="0" destOrd="0" parTransId="{2DFFBC96-A483-4867-829B-BCBFB194A718}" sibTransId="{0BAC27E1-03AB-47B6-86A6-49FB70F98D82}"/>
    <dgm:cxn modelId="{82C99561-2440-4F60-A747-F2E656B6AE6A}" srcId="{8C4548F3-AE06-4FBE-AE26-FD638333FF2C}" destId="{D139B5E0-068E-4520-A323-4AAD4E86247A}" srcOrd="2" destOrd="0" parTransId="{656810FC-17DF-4F97-A8FE-E9A2F4F3AAF5}" sibTransId="{2B39D770-F121-48B9-9F52-1C77837B421C}"/>
    <dgm:cxn modelId="{EB86FE61-ECBC-4E8C-A69F-E8B0D20D151E}" srcId="{43062B80-831D-4066-837F-D871B1EFE84A}" destId="{8537B3F5-2696-4CC5-BB34-71A9D9765DB0}" srcOrd="0" destOrd="0" parTransId="{43B8D834-150B-4E7C-9876-68ED23D82F91}" sibTransId="{2F58C6AC-E7DF-480A-B813-7E1DD123F068}"/>
    <dgm:cxn modelId="{4ABB9A45-3F14-412E-AB55-C6481131FA06}" type="presOf" srcId="{43B8D834-150B-4E7C-9876-68ED23D82F91}" destId="{67C0150A-8FFF-4529-807C-ACFCD492EFFC}" srcOrd="0" destOrd="0" presId="urn:microsoft.com/office/officeart/2005/8/layout/hierarchy2"/>
    <dgm:cxn modelId="{A4CC2C66-DB66-4E41-8C98-D1B339B4CBA8}" srcId="{4B2360FC-4A23-4349-A584-041111DDA91F}" destId="{55FD7110-C4CC-47B1-941D-9E245714C2DD}" srcOrd="0" destOrd="0" parTransId="{6EF6F811-5C12-4E07-BFAD-FDE020B1E30D}" sibTransId="{2034A759-E835-4449-8CD8-B4141B8D3431}"/>
    <dgm:cxn modelId="{0FDEFE4B-0B3C-4759-9E91-10D80E549B92}" srcId="{8C4548F3-AE06-4FBE-AE26-FD638333FF2C}" destId="{EA8734FA-74CB-4691-8EB5-5BB1EA981184}" srcOrd="0" destOrd="0" parTransId="{90D22336-370F-499C-85E0-0091425FF14A}" sibTransId="{CF83B7A9-BDC7-451D-B96F-8BBA715044DF}"/>
    <dgm:cxn modelId="{85BB2E6D-6F24-4E0B-8011-ECEB7849A294}" type="presOf" srcId="{5B085021-6D1B-4814-8230-15A608934B3D}" destId="{DCA89DF2-A8EC-4172-8C5E-CDBE2961A251}" srcOrd="0" destOrd="0" presId="urn:microsoft.com/office/officeart/2005/8/layout/hierarchy2"/>
    <dgm:cxn modelId="{DE30396F-31AC-41F5-9635-C55FD00DEC03}" type="presOf" srcId="{6EF6F811-5C12-4E07-BFAD-FDE020B1E30D}" destId="{5BAA9F86-2F53-4FF2-82F9-3ED009F2718A}" srcOrd="0" destOrd="0" presId="urn:microsoft.com/office/officeart/2005/8/layout/hierarchy2"/>
    <dgm:cxn modelId="{607AD575-85DB-4FB3-978E-1B0B799DEEF8}" srcId="{9FE94BA1-1EA7-4F46-8D7A-A47CDDCCC5CA}" destId="{0CDA1B47-8955-4CBA-A70C-DFDDCD7E58F0}" srcOrd="2" destOrd="0" parTransId="{53DD24F8-9C6F-4268-B0DE-D66DE7F4B9ED}" sibTransId="{2FC4C000-E98C-40F1-BE38-3F5C2AB1EB8D}"/>
    <dgm:cxn modelId="{BA0A7379-7914-46D5-B9A5-CEBF038B9323}" type="presOf" srcId="{391C413C-FCF9-46F7-8DF8-2D66DF86DC89}" destId="{E4CF93C6-C0E5-4AC5-A3A6-BE166DFCC51B}" srcOrd="0" destOrd="0" presId="urn:microsoft.com/office/officeart/2005/8/layout/hierarchy2"/>
    <dgm:cxn modelId="{40D38379-6447-4DF1-A85A-F480F4D3CF38}" type="presOf" srcId="{0525E081-584E-40D3-A874-94691F59CA92}" destId="{554BE88F-596A-41F8-9D00-7290A2D1BD66}" srcOrd="1" destOrd="0" presId="urn:microsoft.com/office/officeart/2005/8/layout/hierarchy2"/>
    <dgm:cxn modelId="{3BF3A059-AAAD-4BB1-84B5-B124CF064107}" type="presOf" srcId="{EA8734FA-74CB-4691-8EB5-5BB1EA981184}" destId="{D2FCAD3C-A6C4-4833-A368-9AA4EFFCD73E}" srcOrd="0" destOrd="0" presId="urn:microsoft.com/office/officeart/2005/8/layout/hierarchy2"/>
    <dgm:cxn modelId="{FB1FCC5A-7DF3-46BF-AA92-AAF2B27D3F77}" srcId="{9FE94BA1-1EA7-4F46-8D7A-A47CDDCCC5CA}" destId="{B775E025-3A48-48C6-B280-6FB2EAFE22C5}" srcOrd="1" destOrd="0" parTransId="{5B085021-6D1B-4814-8230-15A608934B3D}" sibTransId="{531F5E29-D3C6-443A-A4FE-738393A96F07}"/>
    <dgm:cxn modelId="{BA78377B-20EB-4D55-B3EE-6F6826A05CF6}" type="presOf" srcId="{7E65A79E-7DCC-4575-9A47-7A231D0BE84F}" destId="{3244C851-7FDF-4BB1-AFB2-37B7B93B4A1A}" srcOrd="1" destOrd="0" presId="urn:microsoft.com/office/officeart/2005/8/layout/hierarchy2"/>
    <dgm:cxn modelId="{17B52983-CBCE-42DB-AC8B-A78279967124}" srcId="{55FD7110-C4CC-47B1-941D-9E245714C2DD}" destId="{D86895AC-038C-4D0B-A505-7245EFFF8A96}" srcOrd="2" destOrd="0" parTransId="{F5DBB0C2-370D-4CFA-AADB-FAF989F1BA9E}" sibTransId="{57AD2193-E6CC-49A7-8E5C-C2E669975274}"/>
    <dgm:cxn modelId="{1F283091-9C0B-42CB-A66A-7B3212C79890}" type="presOf" srcId="{7E65A79E-7DCC-4575-9A47-7A231D0BE84F}" destId="{FD8C821B-3CB5-4286-B1C2-3ED70481AD9B}" srcOrd="0" destOrd="0" presId="urn:microsoft.com/office/officeart/2005/8/layout/hierarchy2"/>
    <dgm:cxn modelId="{BD6CD192-14D9-4525-A437-B30C60B0A726}" srcId="{1F14914A-D43F-461D-9259-2A50031A8DC1}" destId="{43062B80-831D-4066-837F-D871B1EFE84A}" srcOrd="1" destOrd="0" parTransId="{0525E081-584E-40D3-A874-94691F59CA92}" sibTransId="{143276D8-0D65-41DA-A551-710963363292}"/>
    <dgm:cxn modelId="{A2DCDB99-A8CB-4C15-A0BB-C088E1FEF6C6}" type="presOf" srcId="{656810FC-17DF-4F97-A8FE-E9A2F4F3AAF5}" destId="{0CE4476C-94F4-414A-9E46-4F809E3D24A4}" srcOrd="0" destOrd="0" presId="urn:microsoft.com/office/officeart/2005/8/layout/hierarchy2"/>
    <dgm:cxn modelId="{7FC7FE99-ADB1-464F-9C53-FBB73CCA5C97}" type="presOf" srcId="{6B9F4DE1-FACC-4BF9-9A9A-20AE0E4A8879}" destId="{E8673748-CBF2-449F-9651-9781872B45D9}" srcOrd="1" destOrd="0" presId="urn:microsoft.com/office/officeart/2005/8/layout/hierarchy2"/>
    <dgm:cxn modelId="{C84570A1-7ED1-4F21-96FC-1B2DECF6D0F6}" type="presOf" srcId="{F5DBB0C2-370D-4CFA-AADB-FAF989F1BA9E}" destId="{733F6A0C-865D-4EC8-8604-C1740B1228AD}" srcOrd="0" destOrd="0" presId="urn:microsoft.com/office/officeart/2005/8/layout/hierarchy2"/>
    <dgm:cxn modelId="{9EE99CAA-CACC-4079-81F9-8F92FCE6FEDA}" type="presOf" srcId="{1F14914A-D43F-461D-9259-2A50031A8DC1}" destId="{710EA031-62C7-47AC-8107-1B8EFF4FAB51}" srcOrd="0" destOrd="0" presId="urn:microsoft.com/office/officeart/2005/8/layout/hierarchy2"/>
    <dgm:cxn modelId="{89D440AB-7777-4D91-B9F4-515343822E46}" srcId="{9FE94BA1-1EA7-4F46-8D7A-A47CDDCCC5CA}" destId="{391C413C-FCF9-46F7-8DF8-2D66DF86DC89}" srcOrd="0" destOrd="0" parTransId="{7E65A79E-7DCC-4575-9A47-7A231D0BE84F}" sibTransId="{1657D617-8B12-46E8-B725-7B73C6E6871A}"/>
    <dgm:cxn modelId="{34DF4FAB-1BB5-42BF-B9EE-282615B8D87E}" srcId="{3170B9A6-D7B2-48CB-8989-16CC2741CDB8}" destId="{1F14914A-D43F-461D-9259-2A50031A8DC1}" srcOrd="0" destOrd="0" parTransId="{64BA38B0-43D4-4704-AD45-639FB05D5D0E}" sibTransId="{1E897C8E-4D59-41D2-9515-C552BFF2F0B1}"/>
    <dgm:cxn modelId="{8B8867AC-8FF1-45C6-9300-7184ADB88236}" type="presOf" srcId="{90D22336-370F-499C-85E0-0091425FF14A}" destId="{46CC529D-2A3B-47CE-81E7-BC16D89F9CB0}" srcOrd="0" destOrd="0" presId="urn:microsoft.com/office/officeart/2005/8/layout/hierarchy2"/>
    <dgm:cxn modelId="{828736BB-EE0F-4CE5-8BBF-02D88FF36A0E}" type="presOf" srcId="{939DE4A3-94FE-47CA-BD1E-2285F5AA6D18}" destId="{067ABCF1-BC3D-4B18-9151-27EFD3C3D053}" srcOrd="0" destOrd="0" presId="urn:microsoft.com/office/officeart/2005/8/layout/hierarchy2"/>
    <dgm:cxn modelId="{52A9FEC7-5E11-4272-A27B-6758AB1F1DC6}" type="presOf" srcId="{776F0357-7CE0-4833-A6B2-2FFBB1B41AA4}" destId="{675AE7D5-F49C-48F4-86F5-F51C143E5AE9}" srcOrd="0" destOrd="0" presId="urn:microsoft.com/office/officeart/2005/8/layout/hierarchy2"/>
    <dgm:cxn modelId="{5B0181CA-60FD-4B6E-A5E5-652DFA907015}" type="presOf" srcId="{8537B3F5-2696-4CC5-BB34-71A9D9765DB0}" destId="{6698696B-2965-4FA6-B97F-186DC917FF3C}" srcOrd="0" destOrd="0" presId="urn:microsoft.com/office/officeart/2005/8/layout/hierarchy2"/>
    <dgm:cxn modelId="{16C567CE-A0B2-47AD-A0A9-3F64378D1F3B}" type="presOf" srcId="{0CDA1B47-8955-4CBA-A70C-DFDDCD7E58F0}" destId="{B3C40D35-4940-4025-8AF4-B4F510EB1295}" srcOrd="0" destOrd="0" presId="urn:microsoft.com/office/officeart/2005/8/layout/hierarchy2"/>
    <dgm:cxn modelId="{BCBAE1CE-AE4F-40FF-80D3-8D2F975F0A6A}" type="presOf" srcId="{8C4548F3-AE06-4FBE-AE26-FD638333FF2C}" destId="{C5CBE992-6A19-40D8-A3E7-70A81A1F89E4}" srcOrd="0" destOrd="0" presId="urn:microsoft.com/office/officeart/2005/8/layout/hierarchy2"/>
    <dgm:cxn modelId="{6FFE01D5-DF1E-454E-B5CC-FCD522424F46}" type="presOf" srcId="{D86895AC-038C-4D0B-A505-7245EFFF8A96}" destId="{87D7957F-DA95-4246-88CF-807380FAD9A4}" srcOrd="0" destOrd="0" presId="urn:microsoft.com/office/officeart/2005/8/layout/hierarchy2"/>
    <dgm:cxn modelId="{BFE422DE-6316-4728-9A22-2216D035D623}" type="presOf" srcId="{53DD24F8-9C6F-4268-B0DE-D66DE7F4B9ED}" destId="{51E8A53B-9A66-48C8-94A6-367796CA0185}" srcOrd="0" destOrd="0" presId="urn:microsoft.com/office/officeart/2005/8/layout/hierarchy2"/>
    <dgm:cxn modelId="{4C4C1FE2-71DE-4323-BA76-DC8122DC70B1}" type="presOf" srcId="{656810FC-17DF-4F97-A8FE-E9A2F4F3AAF5}" destId="{04E00818-5E1F-4C3C-B666-008E28F7074F}" srcOrd="1" destOrd="0" presId="urn:microsoft.com/office/officeart/2005/8/layout/hierarchy2"/>
    <dgm:cxn modelId="{942C3CE3-0692-464D-8581-D1F4B14704DC}" type="presOf" srcId="{6B9F4DE1-FACC-4BF9-9A9A-20AE0E4A8879}" destId="{F4980D84-16A4-4E2F-ACCB-2ACF0ABFA2F8}" srcOrd="0" destOrd="0" presId="urn:microsoft.com/office/officeart/2005/8/layout/hierarchy2"/>
    <dgm:cxn modelId="{3E4549E3-D71C-4430-B1D0-EFC08CFE35A3}" type="presOf" srcId="{2DFFBC96-A483-4867-829B-BCBFB194A718}" destId="{DB09B14D-4B32-4B09-A288-5C49941DC819}" srcOrd="1" destOrd="0" presId="urn:microsoft.com/office/officeart/2005/8/layout/hierarchy2"/>
    <dgm:cxn modelId="{FE5E19E5-0509-47E3-8371-8E63FEFD16E3}" srcId="{55FD7110-C4CC-47B1-941D-9E245714C2DD}" destId="{776F0357-7CE0-4833-A6B2-2FFBB1B41AA4}" srcOrd="1" destOrd="0" parTransId="{939DE4A3-94FE-47CA-BD1E-2285F5AA6D18}" sibTransId="{74179B3D-5DD1-4552-AD8C-49B4D84CFBB1}"/>
    <dgm:cxn modelId="{C09D90E7-F573-4E7D-BCFE-E4F5DBEBB615}" type="presOf" srcId="{55FD7110-C4CC-47B1-941D-9E245714C2DD}" destId="{A3F0FCF8-83F1-4442-AA66-9DE5956E9A6A}" srcOrd="0" destOrd="0" presId="urn:microsoft.com/office/officeart/2005/8/layout/hierarchy2"/>
    <dgm:cxn modelId="{3DF2E2ED-7B5A-4823-86DE-7F0E22CE9AAB}" type="presOf" srcId="{5B085021-6D1B-4814-8230-15A608934B3D}" destId="{4CF5F001-DE41-41C4-B0B0-BF1588AD2664}" srcOrd="1" destOrd="0" presId="urn:microsoft.com/office/officeart/2005/8/layout/hierarchy2"/>
    <dgm:cxn modelId="{6CB95EF4-E190-4145-BD46-399C26B19810}" type="presOf" srcId="{55F84B5D-F96F-48A3-AEF1-9A10B34BF33D}" destId="{18990E00-B8AD-453C-8C02-B9E8DE06CE71}" srcOrd="1" destOrd="0" presId="urn:microsoft.com/office/officeart/2005/8/layout/hierarchy2"/>
    <dgm:cxn modelId="{CAA606FC-C727-4C2E-95AB-92B9E072B462}" type="presOf" srcId="{0525E081-584E-40D3-A874-94691F59CA92}" destId="{7AEE0E62-1374-4A36-8A45-F999FA346614}" srcOrd="0" destOrd="0" presId="urn:microsoft.com/office/officeart/2005/8/layout/hierarchy2"/>
    <dgm:cxn modelId="{CE59D1FE-A6E5-40E9-AD9C-8B67B7AFD635}" type="presOf" srcId="{6EF6F811-5C12-4E07-BFAD-FDE020B1E30D}" destId="{6374762E-E369-4C66-B352-771B5C73B645}" srcOrd="1" destOrd="0" presId="urn:microsoft.com/office/officeart/2005/8/layout/hierarchy2"/>
    <dgm:cxn modelId="{BD52A622-4C54-4E82-ACE2-D29D878DB779}" type="presParOf" srcId="{0E684CBF-E73A-4122-9502-B601CBF03E03}" destId="{BC5FA6FC-B9AD-469F-BDC9-00D4CB8E4234}" srcOrd="0" destOrd="0" presId="urn:microsoft.com/office/officeart/2005/8/layout/hierarchy2"/>
    <dgm:cxn modelId="{F63FD34E-0956-4ECA-80C3-25757585C46F}" type="presParOf" srcId="{BC5FA6FC-B9AD-469F-BDC9-00D4CB8E4234}" destId="{710EA031-62C7-47AC-8107-1B8EFF4FAB51}" srcOrd="0" destOrd="0" presId="urn:microsoft.com/office/officeart/2005/8/layout/hierarchy2"/>
    <dgm:cxn modelId="{C49A7836-BAB9-4BCD-8B9E-0DF1DD5C2A0C}" type="presParOf" srcId="{BC5FA6FC-B9AD-469F-BDC9-00D4CB8E4234}" destId="{DE4E0071-E5BE-4A4E-9019-793EBF73C04C}" srcOrd="1" destOrd="0" presId="urn:microsoft.com/office/officeart/2005/8/layout/hierarchy2"/>
    <dgm:cxn modelId="{3A6019E6-8BFC-4404-AEDB-740CB681E806}" type="presParOf" srcId="{DE4E0071-E5BE-4A4E-9019-793EBF73C04C}" destId="{B5D4B4C8-FE9C-464B-8386-56626A6E5A6D}" srcOrd="0" destOrd="0" presId="urn:microsoft.com/office/officeart/2005/8/layout/hierarchy2"/>
    <dgm:cxn modelId="{AF04B541-9E25-4209-A5E8-C247B5B91952}" type="presParOf" srcId="{B5D4B4C8-FE9C-464B-8386-56626A6E5A6D}" destId="{DB09B14D-4B32-4B09-A288-5C49941DC819}" srcOrd="0" destOrd="0" presId="urn:microsoft.com/office/officeart/2005/8/layout/hierarchy2"/>
    <dgm:cxn modelId="{DF6F96B6-A41B-479D-AB2C-F57F243534A3}" type="presParOf" srcId="{DE4E0071-E5BE-4A4E-9019-793EBF73C04C}" destId="{D6B4B248-7372-443D-A707-AF2DA97AC4F3}" srcOrd="1" destOrd="0" presId="urn:microsoft.com/office/officeart/2005/8/layout/hierarchy2"/>
    <dgm:cxn modelId="{462E38E7-8544-4F11-A3BA-904BEBE5A5C7}" type="presParOf" srcId="{D6B4B248-7372-443D-A707-AF2DA97AC4F3}" destId="{C5CBE992-6A19-40D8-A3E7-70A81A1F89E4}" srcOrd="0" destOrd="0" presId="urn:microsoft.com/office/officeart/2005/8/layout/hierarchy2"/>
    <dgm:cxn modelId="{1DA48FFD-9D05-48B9-99AA-FA4268A21812}" type="presParOf" srcId="{D6B4B248-7372-443D-A707-AF2DA97AC4F3}" destId="{E6B8696F-B6C9-4110-8A94-1C555C56B135}" srcOrd="1" destOrd="0" presId="urn:microsoft.com/office/officeart/2005/8/layout/hierarchy2"/>
    <dgm:cxn modelId="{F1926017-D5BF-4BA8-8C64-7E3466907323}" type="presParOf" srcId="{E6B8696F-B6C9-4110-8A94-1C555C56B135}" destId="{46CC529D-2A3B-47CE-81E7-BC16D89F9CB0}" srcOrd="0" destOrd="0" presId="urn:microsoft.com/office/officeart/2005/8/layout/hierarchy2"/>
    <dgm:cxn modelId="{0E91DCBD-1596-47E5-9FF8-570B5D5E4953}" type="presParOf" srcId="{46CC529D-2A3B-47CE-81E7-BC16D89F9CB0}" destId="{1B0D5E43-B921-417C-B214-2F49EBD8B06C}" srcOrd="0" destOrd="0" presId="urn:microsoft.com/office/officeart/2005/8/layout/hierarchy2"/>
    <dgm:cxn modelId="{10C6879D-689E-432E-B8DC-9155B52E914B}" type="presParOf" srcId="{E6B8696F-B6C9-4110-8A94-1C555C56B135}" destId="{4E529049-9532-4465-B6E3-2925CFA5113F}" srcOrd="1" destOrd="0" presId="urn:microsoft.com/office/officeart/2005/8/layout/hierarchy2"/>
    <dgm:cxn modelId="{7A4F786A-E7D0-4C53-9C34-C07CD205702A}" type="presParOf" srcId="{4E529049-9532-4465-B6E3-2925CFA5113F}" destId="{D2FCAD3C-A6C4-4833-A368-9AA4EFFCD73E}" srcOrd="0" destOrd="0" presId="urn:microsoft.com/office/officeart/2005/8/layout/hierarchy2"/>
    <dgm:cxn modelId="{3BFBFEB8-B77C-4D36-87BC-4C5C4100B4F9}" type="presParOf" srcId="{4E529049-9532-4465-B6E3-2925CFA5113F}" destId="{6C16A763-1F5B-4DC4-BA01-898996A1CFB7}" srcOrd="1" destOrd="0" presId="urn:microsoft.com/office/officeart/2005/8/layout/hierarchy2"/>
    <dgm:cxn modelId="{2ECAB2EC-14E1-4BE8-830C-86D80F6A12B4}" type="presParOf" srcId="{E6B8696F-B6C9-4110-8A94-1C555C56B135}" destId="{9C97835D-3F50-4146-A385-23A04EBF2B27}" srcOrd="2" destOrd="0" presId="urn:microsoft.com/office/officeart/2005/8/layout/hierarchy2"/>
    <dgm:cxn modelId="{4870B272-E804-47A4-AEE8-ABDB4922FF79}" type="presParOf" srcId="{9C97835D-3F50-4146-A385-23A04EBF2B27}" destId="{4FA366D6-1DE2-419B-B438-DD36239797D6}" srcOrd="0" destOrd="0" presId="urn:microsoft.com/office/officeart/2005/8/layout/hierarchy2"/>
    <dgm:cxn modelId="{3648F1C2-C3A9-4029-865E-4152ECA4A42C}" type="presParOf" srcId="{E6B8696F-B6C9-4110-8A94-1C555C56B135}" destId="{7AAC820C-F222-42C6-8823-587ABF209031}" srcOrd="3" destOrd="0" presId="urn:microsoft.com/office/officeart/2005/8/layout/hierarchy2"/>
    <dgm:cxn modelId="{B6630821-5585-4F21-A773-DED93795195F}" type="presParOf" srcId="{7AAC820C-F222-42C6-8823-587ABF209031}" destId="{381530F6-2213-440E-BAD0-430311082A8B}" srcOrd="0" destOrd="0" presId="urn:microsoft.com/office/officeart/2005/8/layout/hierarchy2"/>
    <dgm:cxn modelId="{8E4CF51C-BF8E-417B-B28C-09B1B5E77226}" type="presParOf" srcId="{7AAC820C-F222-42C6-8823-587ABF209031}" destId="{B4343D8C-4A39-4BD4-97F8-5D963816FA62}" srcOrd="1" destOrd="0" presId="urn:microsoft.com/office/officeart/2005/8/layout/hierarchy2"/>
    <dgm:cxn modelId="{1F04B05B-B7C0-484F-ACD9-0DFB44D5A766}" type="presParOf" srcId="{E6B8696F-B6C9-4110-8A94-1C555C56B135}" destId="{0CE4476C-94F4-414A-9E46-4F809E3D24A4}" srcOrd="4" destOrd="0" presId="urn:microsoft.com/office/officeart/2005/8/layout/hierarchy2"/>
    <dgm:cxn modelId="{FFB0FDA5-6290-4BC6-8327-BCC138B58D41}" type="presParOf" srcId="{0CE4476C-94F4-414A-9E46-4F809E3D24A4}" destId="{04E00818-5E1F-4C3C-B666-008E28F7074F}" srcOrd="0" destOrd="0" presId="urn:microsoft.com/office/officeart/2005/8/layout/hierarchy2"/>
    <dgm:cxn modelId="{42498E79-95F8-4840-B61C-4158D6DF23E4}" type="presParOf" srcId="{E6B8696F-B6C9-4110-8A94-1C555C56B135}" destId="{114D923A-9B14-4A3F-A31F-4ADB50CB2C9B}" srcOrd="5" destOrd="0" presId="urn:microsoft.com/office/officeart/2005/8/layout/hierarchy2"/>
    <dgm:cxn modelId="{4ED44AD9-FA37-40CE-8C0B-EE6F3CFE2D4F}" type="presParOf" srcId="{114D923A-9B14-4A3F-A31F-4ADB50CB2C9B}" destId="{E51D475E-A50A-411F-ACC7-73D30C60B4E3}" srcOrd="0" destOrd="0" presId="urn:microsoft.com/office/officeart/2005/8/layout/hierarchy2"/>
    <dgm:cxn modelId="{A85773E0-6B41-4C23-8507-A6CA17A931BE}" type="presParOf" srcId="{114D923A-9B14-4A3F-A31F-4ADB50CB2C9B}" destId="{9E9C567D-AB1B-44C6-AF83-0DCC68A6FC48}" srcOrd="1" destOrd="0" presId="urn:microsoft.com/office/officeart/2005/8/layout/hierarchy2"/>
    <dgm:cxn modelId="{69DCF0CD-9702-4FD3-B7E2-60D5ABCAAB10}" type="presParOf" srcId="{DE4E0071-E5BE-4A4E-9019-793EBF73C04C}" destId="{7AEE0E62-1374-4A36-8A45-F999FA346614}" srcOrd="2" destOrd="0" presId="urn:microsoft.com/office/officeart/2005/8/layout/hierarchy2"/>
    <dgm:cxn modelId="{853D38A6-F7C6-407D-A63B-758C060ADE35}" type="presParOf" srcId="{7AEE0E62-1374-4A36-8A45-F999FA346614}" destId="{554BE88F-596A-41F8-9D00-7290A2D1BD66}" srcOrd="0" destOrd="0" presId="urn:microsoft.com/office/officeart/2005/8/layout/hierarchy2"/>
    <dgm:cxn modelId="{66AE3D7E-DA4D-464D-95A7-A94B6063CCC1}" type="presParOf" srcId="{DE4E0071-E5BE-4A4E-9019-793EBF73C04C}" destId="{282C6CE4-FFBD-4E83-9B61-24A91F20F27D}" srcOrd="3" destOrd="0" presId="urn:microsoft.com/office/officeart/2005/8/layout/hierarchy2"/>
    <dgm:cxn modelId="{A71B9085-31C5-4C9B-BE21-9AC991C3DBC7}" type="presParOf" srcId="{282C6CE4-FFBD-4E83-9B61-24A91F20F27D}" destId="{EF309B74-9001-484A-9BE5-7E4E7385F0FE}" srcOrd="0" destOrd="0" presId="urn:microsoft.com/office/officeart/2005/8/layout/hierarchy2"/>
    <dgm:cxn modelId="{CCC8C34E-1598-435A-AAFE-2281E2487B95}" type="presParOf" srcId="{282C6CE4-FFBD-4E83-9B61-24A91F20F27D}" destId="{EBF07424-5A90-4AEC-AA2D-8D399DA1E808}" srcOrd="1" destOrd="0" presId="urn:microsoft.com/office/officeart/2005/8/layout/hierarchy2"/>
    <dgm:cxn modelId="{1C2D4305-3A06-41D3-8001-0BECE03128C1}" type="presParOf" srcId="{EBF07424-5A90-4AEC-AA2D-8D399DA1E808}" destId="{67C0150A-8FFF-4529-807C-ACFCD492EFFC}" srcOrd="0" destOrd="0" presId="urn:microsoft.com/office/officeart/2005/8/layout/hierarchy2"/>
    <dgm:cxn modelId="{E664D079-1E74-4116-9B1A-94677EEFDE87}" type="presParOf" srcId="{67C0150A-8FFF-4529-807C-ACFCD492EFFC}" destId="{AD2AA421-3FF2-48B3-9170-EB8BF694C8AA}" srcOrd="0" destOrd="0" presId="urn:microsoft.com/office/officeart/2005/8/layout/hierarchy2"/>
    <dgm:cxn modelId="{0361A0D1-47CD-4C0D-9355-3EC7A5691799}" type="presParOf" srcId="{EBF07424-5A90-4AEC-AA2D-8D399DA1E808}" destId="{91DDDE42-83B0-4D4E-AF92-39BCA2C55041}" srcOrd="1" destOrd="0" presId="urn:microsoft.com/office/officeart/2005/8/layout/hierarchy2"/>
    <dgm:cxn modelId="{A2934011-2B91-42F5-8894-FB14C917066C}" type="presParOf" srcId="{91DDDE42-83B0-4D4E-AF92-39BCA2C55041}" destId="{6698696B-2965-4FA6-B97F-186DC917FF3C}" srcOrd="0" destOrd="0" presId="urn:microsoft.com/office/officeart/2005/8/layout/hierarchy2"/>
    <dgm:cxn modelId="{9786B1E8-6A8A-4945-8E3A-33B6178D3ED8}" type="presParOf" srcId="{91DDDE42-83B0-4D4E-AF92-39BCA2C55041}" destId="{7585DED0-2E2B-408B-9C25-A5452617C7F7}" srcOrd="1" destOrd="0" presId="urn:microsoft.com/office/officeart/2005/8/layout/hierarchy2"/>
    <dgm:cxn modelId="{7E8461D5-7BC4-435B-8CCB-E96D7A9A6B32}" type="presParOf" srcId="{0E684CBF-E73A-4122-9502-B601CBF03E03}" destId="{8CD80F87-AECF-40C0-9847-E7961DD1DFDC}" srcOrd="1" destOrd="0" presId="urn:microsoft.com/office/officeart/2005/8/layout/hierarchy2"/>
    <dgm:cxn modelId="{3FC1AD74-6C8F-427C-B07A-AD4F52F39C7A}" type="presParOf" srcId="{8CD80F87-AECF-40C0-9847-E7961DD1DFDC}" destId="{CFAC0C71-E904-4465-9540-EAF6DE0E2232}" srcOrd="0" destOrd="0" presId="urn:microsoft.com/office/officeart/2005/8/layout/hierarchy2"/>
    <dgm:cxn modelId="{A1E9FEC1-B330-496A-ADA8-B46AD7A8EE7F}" type="presParOf" srcId="{8CD80F87-AECF-40C0-9847-E7961DD1DFDC}" destId="{1EBA2CF8-E8B4-4B51-B6E8-29F5C1FE25C2}" srcOrd="1" destOrd="0" presId="urn:microsoft.com/office/officeart/2005/8/layout/hierarchy2"/>
    <dgm:cxn modelId="{438CF01A-675B-463B-A37D-2ECA0E46CD12}" type="presParOf" srcId="{1EBA2CF8-E8B4-4B51-B6E8-29F5C1FE25C2}" destId="{5BAA9F86-2F53-4FF2-82F9-3ED009F2718A}" srcOrd="0" destOrd="0" presId="urn:microsoft.com/office/officeart/2005/8/layout/hierarchy2"/>
    <dgm:cxn modelId="{6F81B0C9-FB43-4F52-B8FF-A62F3C8FBF42}" type="presParOf" srcId="{5BAA9F86-2F53-4FF2-82F9-3ED009F2718A}" destId="{6374762E-E369-4C66-B352-771B5C73B645}" srcOrd="0" destOrd="0" presId="urn:microsoft.com/office/officeart/2005/8/layout/hierarchy2"/>
    <dgm:cxn modelId="{D5AD0384-C6C2-4436-8843-1745C30C64E4}" type="presParOf" srcId="{1EBA2CF8-E8B4-4B51-B6E8-29F5C1FE25C2}" destId="{819E8E80-A0A9-412A-B09B-30F10456B593}" srcOrd="1" destOrd="0" presId="urn:microsoft.com/office/officeart/2005/8/layout/hierarchy2"/>
    <dgm:cxn modelId="{ADB515E5-1329-4E1C-8FB9-70DE6DC4C343}" type="presParOf" srcId="{819E8E80-A0A9-412A-B09B-30F10456B593}" destId="{A3F0FCF8-83F1-4442-AA66-9DE5956E9A6A}" srcOrd="0" destOrd="0" presId="urn:microsoft.com/office/officeart/2005/8/layout/hierarchy2"/>
    <dgm:cxn modelId="{8E186B70-4725-40CB-9B62-9BF8C03CAEB6}" type="presParOf" srcId="{819E8E80-A0A9-412A-B09B-30F10456B593}" destId="{B5C5455C-7317-4BFD-B1D6-B057099C1955}" srcOrd="1" destOrd="0" presId="urn:microsoft.com/office/officeart/2005/8/layout/hierarchy2"/>
    <dgm:cxn modelId="{20D6898D-A3C4-4AB1-808C-3D57478E8A06}" type="presParOf" srcId="{B5C5455C-7317-4BFD-B1D6-B057099C1955}" destId="{F4980D84-16A4-4E2F-ACCB-2ACF0ABFA2F8}" srcOrd="0" destOrd="0" presId="urn:microsoft.com/office/officeart/2005/8/layout/hierarchy2"/>
    <dgm:cxn modelId="{B7CED6BE-F836-473C-A10F-EC9513E56E44}" type="presParOf" srcId="{F4980D84-16A4-4E2F-ACCB-2ACF0ABFA2F8}" destId="{E8673748-CBF2-449F-9651-9781872B45D9}" srcOrd="0" destOrd="0" presId="urn:microsoft.com/office/officeart/2005/8/layout/hierarchy2"/>
    <dgm:cxn modelId="{9441AB68-D81A-4D15-8905-7E84C95C8A3D}" type="presParOf" srcId="{B5C5455C-7317-4BFD-B1D6-B057099C1955}" destId="{1C7BF9CA-4A07-4AC5-B3F4-CAF87711364B}" srcOrd="1" destOrd="0" presId="urn:microsoft.com/office/officeart/2005/8/layout/hierarchy2"/>
    <dgm:cxn modelId="{924E7DB8-49FB-42AE-8D23-70E710DE0B22}" type="presParOf" srcId="{1C7BF9CA-4A07-4AC5-B3F4-CAF87711364B}" destId="{817127E6-97ED-4915-9855-ACD4D8C9D3AC}" srcOrd="0" destOrd="0" presId="urn:microsoft.com/office/officeart/2005/8/layout/hierarchy2"/>
    <dgm:cxn modelId="{705570B1-C076-43BD-B4AD-4B80E2A83143}" type="presParOf" srcId="{1C7BF9CA-4A07-4AC5-B3F4-CAF87711364B}" destId="{4D39E386-309E-427A-8CF8-E50E73ED1461}" srcOrd="1" destOrd="0" presId="urn:microsoft.com/office/officeart/2005/8/layout/hierarchy2"/>
    <dgm:cxn modelId="{CAEC9B87-8684-46D9-AD97-6491A13C240C}" type="presParOf" srcId="{B5C5455C-7317-4BFD-B1D6-B057099C1955}" destId="{067ABCF1-BC3D-4B18-9151-27EFD3C3D053}" srcOrd="2" destOrd="0" presId="urn:microsoft.com/office/officeart/2005/8/layout/hierarchy2"/>
    <dgm:cxn modelId="{6DC31040-1D58-47DE-80AF-EA38D07A941A}" type="presParOf" srcId="{067ABCF1-BC3D-4B18-9151-27EFD3C3D053}" destId="{895CB550-AF15-49B5-A24F-EB8343BDF637}" srcOrd="0" destOrd="0" presId="urn:microsoft.com/office/officeart/2005/8/layout/hierarchy2"/>
    <dgm:cxn modelId="{4CB6CEC0-4978-4080-8CD0-1AB9056EF991}" type="presParOf" srcId="{B5C5455C-7317-4BFD-B1D6-B057099C1955}" destId="{88B0F864-C75A-4E54-9224-EF89F688BB0A}" srcOrd="3" destOrd="0" presId="urn:microsoft.com/office/officeart/2005/8/layout/hierarchy2"/>
    <dgm:cxn modelId="{8538E762-303C-4CA2-AAD5-2F2E30851098}" type="presParOf" srcId="{88B0F864-C75A-4E54-9224-EF89F688BB0A}" destId="{675AE7D5-F49C-48F4-86F5-F51C143E5AE9}" srcOrd="0" destOrd="0" presId="urn:microsoft.com/office/officeart/2005/8/layout/hierarchy2"/>
    <dgm:cxn modelId="{7B532CC6-E47A-41E7-896B-780A9EC79DF7}" type="presParOf" srcId="{88B0F864-C75A-4E54-9224-EF89F688BB0A}" destId="{169540D0-CB83-40B9-AB48-954F59650325}" srcOrd="1" destOrd="0" presId="urn:microsoft.com/office/officeart/2005/8/layout/hierarchy2"/>
    <dgm:cxn modelId="{FE9A2E84-CF15-40E4-AB89-460F24612F24}" type="presParOf" srcId="{B5C5455C-7317-4BFD-B1D6-B057099C1955}" destId="{733F6A0C-865D-4EC8-8604-C1740B1228AD}" srcOrd="4" destOrd="0" presId="urn:microsoft.com/office/officeart/2005/8/layout/hierarchy2"/>
    <dgm:cxn modelId="{4125ECAD-90D0-4874-BDF9-F4432FD777B3}" type="presParOf" srcId="{733F6A0C-865D-4EC8-8604-C1740B1228AD}" destId="{4CD3D14A-9F7C-47FF-AC23-988FC07BA706}" srcOrd="0" destOrd="0" presId="urn:microsoft.com/office/officeart/2005/8/layout/hierarchy2"/>
    <dgm:cxn modelId="{C3685E51-C97E-41F7-A7D8-F9C01BAB1FAD}" type="presParOf" srcId="{B5C5455C-7317-4BFD-B1D6-B057099C1955}" destId="{1C7CBF30-63FD-4710-827F-F8C232D9B0B7}" srcOrd="5" destOrd="0" presId="urn:microsoft.com/office/officeart/2005/8/layout/hierarchy2"/>
    <dgm:cxn modelId="{68A724F0-5B75-4C98-951D-650DE1A8F89C}" type="presParOf" srcId="{1C7CBF30-63FD-4710-827F-F8C232D9B0B7}" destId="{87D7957F-DA95-4246-88CF-807380FAD9A4}" srcOrd="0" destOrd="0" presId="urn:microsoft.com/office/officeart/2005/8/layout/hierarchy2"/>
    <dgm:cxn modelId="{89F2CEA9-2AFD-45CC-9899-704122334B7B}" type="presParOf" srcId="{1C7CBF30-63FD-4710-827F-F8C232D9B0B7}" destId="{EBBC5452-91DF-4230-9263-CC2E79F15879}" srcOrd="1" destOrd="0" presId="urn:microsoft.com/office/officeart/2005/8/layout/hierarchy2"/>
    <dgm:cxn modelId="{08A854C3-7D21-44D6-B97F-69C93B215331}" type="presParOf" srcId="{1EBA2CF8-E8B4-4B51-B6E8-29F5C1FE25C2}" destId="{A1E44A07-007E-4AB2-A566-20B25A999380}" srcOrd="2" destOrd="0" presId="urn:microsoft.com/office/officeart/2005/8/layout/hierarchy2"/>
    <dgm:cxn modelId="{C88EE0D1-2775-4129-A794-B7A6DF231EB9}" type="presParOf" srcId="{A1E44A07-007E-4AB2-A566-20B25A999380}" destId="{18990E00-B8AD-453C-8C02-B9E8DE06CE71}" srcOrd="0" destOrd="0" presId="urn:microsoft.com/office/officeart/2005/8/layout/hierarchy2"/>
    <dgm:cxn modelId="{CF70F3E7-C5DC-4639-AE5D-42810C922DCA}" type="presParOf" srcId="{1EBA2CF8-E8B4-4B51-B6E8-29F5C1FE25C2}" destId="{EAD341B2-1272-4D6A-BEA8-32AEA23F079D}" srcOrd="3" destOrd="0" presId="urn:microsoft.com/office/officeart/2005/8/layout/hierarchy2"/>
    <dgm:cxn modelId="{6D3B6B83-744C-4BDF-8342-C49EC26526DB}" type="presParOf" srcId="{EAD341B2-1272-4D6A-BEA8-32AEA23F079D}" destId="{8D792BE3-43E8-4D88-814A-E21863B60C4C}" srcOrd="0" destOrd="0" presId="urn:microsoft.com/office/officeart/2005/8/layout/hierarchy2"/>
    <dgm:cxn modelId="{08AF37B2-13C9-4C58-9760-C8FCAD29080A}" type="presParOf" srcId="{EAD341B2-1272-4D6A-BEA8-32AEA23F079D}" destId="{157DA2B3-1492-4B7F-A2B1-2BC7035EF26E}" srcOrd="1" destOrd="0" presId="urn:microsoft.com/office/officeart/2005/8/layout/hierarchy2"/>
    <dgm:cxn modelId="{B44DF55E-E2A2-426F-9358-0487CD9548DC}" type="presParOf" srcId="{157DA2B3-1492-4B7F-A2B1-2BC7035EF26E}" destId="{FD8C821B-3CB5-4286-B1C2-3ED70481AD9B}" srcOrd="0" destOrd="0" presId="urn:microsoft.com/office/officeart/2005/8/layout/hierarchy2"/>
    <dgm:cxn modelId="{6D1236BC-CF1B-4054-AAAC-BB74D09E8BE9}" type="presParOf" srcId="{FD8C821B-3CB5-4286-B1C2-3ED70481AD9B}" destId="{3244C851-7FDF-4BB1-AFB2-37B7B93B4A1A}" srcOrd="0" destOrd="0" presId="urn:microsoft.com/office/officeart/2005/8/layout/hierarchy2"/>
    <dgm:cxn modelId="{48C1C8D4-AC9E-496D-99BE-2EB27B1D2BE6}" type="presParOf" srcId="{157DA2B3-1492-4B7F-A2B1-2BC7035EF26E}" destId="{C09D1D89-A81D-4129-A167-13E3703AD1F8}" srcOrd="1" destOrd="0" presId="urn:microsoft.com/office/officeart/2005/8/layout/hierarchy2"/>
    <dgm:cxn modelId="{66025752-883C-4571-BDCF-32AB9385986E}" type="presParOf" srcId="{C09D1D89-A81D-4129-A167-13E3703AD1F8}" destId="{E4CF93C6-C0E5-4AC5-A3A6-BE166DFCC51B}" srcOrd="0" destOrd="0" presId="urn:microsoft.com/office/officeart/2005/8/layout/hierarchy2"/>
    <dgm:cxn modelId="{75D7DD64-DCF2-47AD-BBDB-58FBDF5F6859}" type="presParOf" srcId="{C09D1D89-A81D-4129-A167-13E3703AD1F8}" destId="{ADD57C2B-D28B-4DE5-B2A4-B7BEC5C64F52}" srcOrd="1" destOrd="0" presId="urn:microsoft.com/office/officeart/2005/8/layout/hierarchy2"/>
    <dgm:cxn modelId="{4A59201C-E790-4556-855B-85BF93C6A899}" type="presParOf" srcId="{157DA2B3-1492-4B7F-A2B1-2BC7035EF26E}" destId="{DCA89DF2-A8EC-4172-8C5E-CDBE2961A251}" srcOrd="2" destOrd="0" presId="urn:microsoft.com/office/officeart/2005/8/layout/hierarchy2"/>
    <dgm:cxn modelId="{2BCCA9A6-7DE7-45AD-82DF-DD093FF43554}" type="presParOf" srcId="{DCA89DF2-A8EC-4172-8C5E-CDBE2961A251}" destId="{4CF5F001-DE41-41C4-B0B0-BF1588AD2664}" srcOrd="0" destOrd="0" presId="urn:microsoft.com/office/officeart/2005/8/layout/hierarchy2"/>
    <dgm:cxn modelId="{462FD8CD-63F7-4315-8643-EE0E6ABE25AA}" type="presParOf" srcId="{157DA2B3-1492-4B7F-A2B1-2BC7035EF26E}" destId="{01406BBD-FFF2-46DD-9A52-9E5F06082BD0}" srcOrd="3" destOrd="0" presId="urn:microsoft.com/office/officeart/2005/8/layout/hierarchy2"/>
    <dgm:cxn modelId="{A396902E-814B-406E-AFBA-63C802B7F6A2}" type="presParOf" srcId="{01406BBD-FFF2-46DD-9A52-9E5F06082BD0}" destId="{F777AF1C-0F49-47AA-8F40-02B31720685D}" srcOrd="0" destOrd="0" presId="urn:microsoft.com/office/officeart/2005/8/layout/hierarchy2"/>
    <dgm:cxn modelId="{E7624E73-62A8-4483-9A26-0A5CD74327B2}" type="presParOf" srcId="{01406BBD-FFF2-46DD-9A52-9E5F06082BD0}" destId="{C0F57065-02C2-4A5F-911A-C56BC664E5AE}" srcOrd="1" destOrd="0" presId="urn:microsoft.com/office/officeart/2005/8/layout/hierarchy2"/>
    <dgm:cxn modelId="{8F69B384-F37A-48FF-92FC-688E9860D459}" type="presParOf" srcId="{157DA2B3-1492-4B7F-A2B1-2BC7035EF26E}" destId="{51E8A53B-9A66-48C8-94A6-367796CA0185}" srcOrd="4" destOrd="0" presId="urn:microsoft.com/office/officeart/2005/8/layout/hierarchy2"/>
    <dgm:cxn modelId="{37CE6A69-DA6B-40CD-A090-530559B51889}" type="presParOf" srcId="{51E8A53B-9A66-48C8-94A6-367796CA0185}" destId="{1E1ECC76-B063-430F-8F3C-D68002B6FA6F}" srcOrd="0" destOrd="0" presId="urn:microsoft.com/office/officeart/2005/8/layout/hierarchy2"/>
    <dgm:cxn modelId="{2A9AFBE4-0D29-4683-91ED-BB574BBB2D38}" type="presParOf" srcId="{157DA2B3-1492-4B7F-A2B1-2BC7035EF26E}" destId="{234C29F3-E91F-4EF4-9BB7-4FA1A7FAE5F1}" srcOrd="5" destOrd="0" presId="urn:microsoft.com/office/officeart/2005/8/layout/hierarchy2"/>
    <dgm:cxn modelId="{FAC7FF84-D0F4-4331-B01B-58658FAF8710}" type="presParOf" srcId="{234C29F3-E91F-4EF4-9BB7-4FA1A7FAE5F1}" destId="{B3C40D35-4940-4025-8AF4-B4F510EB1295}" srcOrd="0" destOrd="0" presId="urn:microsoft.com/office/officeart/2005/8/layout/hierarchy2"/>
    <dgm:cxn modelId="{2C869960-C2CC-4DA3-8D0F-281D7C5B5035}" type="presParOf" srcId="{234C29F3-E91F-4EF4-9BB7-4FA1A7FAE5F1}" destId="{AF4F19B7-9D07-4463-AEB2-511028CAF70E}"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0EA031-62C7-47AC-8107-1B8EFF4FAB51}">
      <dsp:nvSpPr>
        <dsp:cNvPr id="0" name=""/>
        <dsp:cNvSpPr/>
      </dsp:nvSpPr>
      <dsp:spPr>
        <a:xfrm>
          <a:off x="901922" y="1121850"/>
          <a:ext cx="1805113" cy="485323"/>
        </a:xfrm>
        <a:prstGeom prst="roundRect">
          <a:avLst>
            <a:gd name="adj" fmla="val 10000"/>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pt-BR" sz="1600" b="1" kern="1200" dirty="0"/>
            <a:t>Com usuário</a:t>
          </a:r>
        </a:p>
      </dsp:txBody>
      <dsp:txXfrm>
        <a:off x="916137" y="1136065"/>
        <a:ext cx="1776683" cy="456893"/>
      </dsp:txXfrm>
    </dsp:sp>
    <dsp:sp modelId="{B5D4B4C8-FE9C-464B-8386-56626A6E5A6D}">
      <dsp:nvSpPr>
        <dsp:cNvPr id="0" name=""/>
        <dsp:cNvSpPr/>
      </dsp:nvSpPr>
      <dsp:spPr>
        <a:xfrm rot="18289469">
          <a:off x="2561222" y="1077538"/>
          <a:ext cx="679886" cy="15826"/>
        </a:xfrm>
        <a:custGeom>
          <a:avLst/>
          <a:gdLst/>
          <a:ahLst/>
          <a:cxnLst/>
          <a:rect l="0" t="0" r="0" b="0"/>
          <a:pathLst>
            <a:path>
              <a:moveTo>
                <a:pt x="0" y="7913"/>
              </a:moveTo>
              <a:lnTo>
                <a:pt x="679886" y="7913"/>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pt-BR" sz="800" kern="1200"/>
        </a:p>
      </dsp:txBody>
      <dsp:txXfrm>
        <a:off x="2884168" y="1068454"/>
        <a:ext cx="33994" cy="33994"/>
      </dsp:txXfrm>
    </dsp:sp>
    <dsp:sp modelId="{C5CBE992-6A19-40D8-A3E7-70A81A1F89E4}">
      <dsp:nvSpPr>
        <dsp:cNvPr id="0" name=""/>
        <dsp:cNvSpPr/>
      </dsp:nvSpPr>
      <dsp:spPr>
        <a:xfrm>
          <a:off x="3095294" y="563728"/>
          <a:ext cx="2168251" cy="485323"/>
        </a:xfrm>
        <a:prstGeom prst="roundRect">
          <a:avLst>
            <a:gd name="adj" fmla="val 10000"/>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pt-BR" sz="1400" b="1" kern="1200" dirty="0"/>
            <a:t>Ambientes controlados</a:t>
          </a:r>
        </a:p>
      </dsp:txBody>
      <dsp:txXfrm>
        <a:off x="3109509" y="577943"/>
        <a:ext cx="2139821" cy="456893"/>
      </dsp:txXfrm>
    </dsp:sp>
    <dsp:sp modelId="{46CC529D-2A3B-47CE-81E7-BC16D89F9CB0}">
      <dsp:nvSpPr>
        <dsp:cNvPr id="0" name=""/>
        <dsp:cNvSpPr/>
      </dsp:nvSpPr>
      <dsp:spPr>
        <a:xfrm rot="18289469">
          <a:off x="5117732" y="519415"/>
          <a:ext cx="679886" cy="15826"/>
        </a:xfrm>
        <a:custGeom>
          <a:avLst/>
          <a:gdLst/>
          <a:ahLst/>
          <a:cxnLst/>
          <a:rect l="0" t="0" r="0" b="0"/>
          <a:pathLst>
            <a:path>
              <a:moveTo>
                <a:pt x="0" y="7913"/>
              </a:moveTo>
              <a:lnTo>
                <a:pt x="679886" y="7913"/>
              </a:lnTo>
            </a:path>
          </a:pathLst>
        </a:custGeom>
        <a:noFill/>
        <a:ln w="12700" cap="flat" cmpd="sng" algn="ctr">
          <a:solidFill>
            <a:schemeClr val="accent3"/>
          </a:solidFill>
          <a:prstDash val="solid"/>
          <a:miter lim="800000"/>
        </a:ln>
        <a:effectLst/>
      </dsp:spPr>
      <dsp:style>
        <a:lnRef idx="2">
          <a:schemeClr val="accent3"/>
        </a:lnRef>
        <a:fillRef idx="0">
          <a:schemeClr val="accent3"/>
        </a:fillRef>
        <a:effectRef idx="1">
          <a:schemeClr val="accent3"/>
        </a:effectRef>
        <a:fontRef idx="minor">
          <a:schemeClr val="tx1"/>
        </a:fontRef>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pt-BR" sz="800" kern="1200"/>
        </a:p>
      </dsp:txBody>
      <dsp:txXfrm>
        <a:off x="5440678" y="510332"/>
        <a:ext cx="33994" cy="33994"/>
      </dsp:txXfrm>
    </dsp:sp>
    <dsp:sp modelId="{D2FCAD3C-A6C4-4833-A368-9AA4EFFCD73E}">
      <dsp:nvSpPr>
        <dsp:cNvPr id="0" name=""/>
        <dsp:cNvSpPr/>
      </dsp:nvSpPr>
      <dsp:spPr>
        <a:xfrm>
          <a:off x="5651805" y="5606"/>
          <a:ext cx="2529623" cy="485323"/>
        </a:xfrm>
        <a:prstGeom prst="roundRect">
          <a:avLst>
            <a:gd name="adj" fmla="val 10000"/>
          </a:avLst>
        </a:prstGeom>
        <a:solidFill>
          <a:srgbClr val="70AD47">
            <a:lumMod val="20000"/>
            <a:lumOff val="8000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pt-BR" sz="1400" b="1" kern="1200" dirty="0">
              <a:solidFill>
                <a:prstClr val="white"/>
              </a:solidFill>
              <a:latin typeface="Calibri" panose="020F0502020204030204"/>
              <a:ea typeface="+mn-ea"/>
              <a:cs typeface="+mn-cs"/>
            </a:rPr>
            <a:t>Testes de usabilidade</a:t>
          </a:r>
        </a:p>
      </dsp:txBody>
      <dsp:txXfrm>
        <a:off x="5666020" y="19821"/>
        <a:ext cx="2501193" cy="456893"/>
      </dsp:txXfrm>
    </dsp:sp>
    <dsp:sp modelId="{9C97835D-3F50-4146-A385-23A04EBF2B27}">
      <dsp:nvSpPr>
        <dsp:cNvPr id="0" name=""/>
        <dsp:cNvSpPr/>
      </dsp:nvSpPr>
      <dsp:spPr>
        <a:xfrm>
          <a:off x="5263546" y="798477"/>
          <a:ext cx="388258" cy="15826"/>
        </a:xfrm>
        <a:custGeom>
          <a:avLst/>
          <a:gdLst/>
          <a:ahLst/>
          <a:cxnLst/>
          <a:rect l="0" t="0" r="0" b="0"/>
          <a:pathLst>
            <a:path>
              <a:moveTo>
                <a:pt x="0" y="7913"/>
              </a:moveTo>
              <a:lnTo>
                <a:pt x="388258" y="7913"/>
              </a:lnTo>
            </a:path>
          </a:pathLst>
        </a:custGeom>
        <a:noFill/>
        <a:ln w="12700" cap="flat" cmpd="sng" algn="ctr">
          <a:solidFill>
            <a:schemeClr val="accent3"/>
          </a:solidFill>
          <a:prstDash val="solid"/>
          <a:miter lim="800000"/>
        </a:ln>
        <a:effectLst/>
      </dsp:spPr>
      <dsp:style>
        <a:lnRef idx="2">
          <a:schemeClr val="accent3"/>
        </a:lnRef>
        <a:fillRef idx="0">
          <a:schemeClr val="accent3"/>
        </a:fillRef>
        <a:effectRef idx="1">
          <a:schemeClr val="accent3"/>
        </a:effectRef>
        <a:fontRef idx="minor">
          <a:schemeClr val="tx1"/>
        </a:fontRef>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pt-BR" sz="800" kern="1200"/>
        </a:p>
      </dsp:txBody>
      <dsp:txXfrm>
        <a:off x="5447969" y="796684"/>
        <a:ext cx="19412" cy="19412"/>
      </dsp:txXfrm>
    </dsp:sp>
    <dsp:sp modelId="{381530F6-2213-440E-BAD0-430311082A8B}">
      <dsp:nvSpPr>
        <dsp:cNvPr id="0" name=""/>
        <dsp:cNvSpPr/>
      </dsp:nvSpPr>
      <dsp:spPr>
        <a:xfrm>
          <a:off x="5651805" y="563728"/>
          <a:ext cx="2529623" cy="485323"/>
        </a:xfrm>
        <a:prstGeom prst="roundRect">
          <a:avLst>
            <a:gd name="adj" fmla="val 10000"/>
          </a:avLst>
        </a:prstGeom>
        <a:solidFill>
          <a:srgbClr val="70AD47">
            <a:lumMod val="60000"/>
            <a:lumOff val="4000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pt-BR" sz="1400" b="1" kern="1200" dirty="0">
              <a:solidFill>
                <a:prstClr val="white"/>
              </a:solidFill>
              <a:latin typeface="Calibri" panose="020F0502020204030204"/>
              <a:ea typeface="+mn-ea"/>
              <a:cs typeface="+mn-cs"/>
            </a:rPr>
            <a:t>Método de avaliação da comunicabilidade</a:t>
          </a:r>
        </a:p>
      </dsp:txBody>
      <dsp:txXfrm>
        <a:off x="5666020" y="577943"/>
        <a:ext cx="2501193" cy="456893"/>
      </dsp:txXfrm>
    </dsp:sp>
    <dsp:sp modelId="{0CE4476C-94F4-414A-9E46-4F809E3D24A4}">
      <dsp:nvSpPr>
        <dsp:cNvPr id="0" name=""/>
        <dsp:cNvSpPr/>
      </dsp:nvSpPr>
      <dsp:spPr>
        <a:xfrm rot="3310531">
          <a:off x="5117732" y="1077538"/>
          <a:ext cx="679886" cy="15826"/>
        </a:xfrm>
        <a:custGeom>
          <a:avLst/>
          <a:gdLst/>
          <a:ahLst/>
          <a:cxnLst/>
          <a:rect l="0" t="0" r="0" b="0"/>
          <a:pathLst>
            <a:path>
              <a:moveTo>
                <a:pt x="0" y="7913"/>
              </a:moveTo>
              <a:lnTo>
                <a:pt x="679886" y="7913"/>
              </a:lnTo>
            </a:path>
          </a:pathLst>
        </a:custGeom>
        <a:noFill/>
        <a:ln w="12700" cap="flat" cmpd="sng" algn="ctr">
          <a:solidFill>
            <a:schemeClr val="accent3">
              <a:lumMod val="7500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pt-BR" sz="500" kern="1200"/>
        </a:p>
      </dsp:txBody>
      <dsp:txXfrm>
        <a:off x="5440678" y="1068454"/>
        <a:ext cx="33994" cy="33994"/>
      </dsp:txXfrm>
    </dsp:sp>
    <dsp:sp modelId="{E51D475E-A50A-411F-ACC7-73D30C60B4E3}">
      <dsp:nvSpPr>
        <dsp:cNvPr id="0" name=""/>
        <dsp:cNvSpPr/>
      </dsp:nvSpPr>
      <dsp:spPr>
        <a:xfrm>
          <a:off x="5651805" y="1121850"/>
          <a:ext cx="2495476" cy="485323"/>
        </a:xfrm>
        <a:prstGeom prst="roundRect">
          <a:avLst>
            <a:gd name="adj" fmla="val 10000"/>
          </a:avLst>
        </a:prstGeom>
        <a:solidFill>
          <a:srgbClr val="70AD47">
            <a:lumMod val="20000"/>
            <a:lumOff val="8000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pt-BR" sz="1400" b="1" kern="1200" dirty="0">
              <a:solidFill>
                <a:prstClr val="white"/>
              </a:solidFill>
              <a:latin typeface="Calibri" panose="020F0502020204030204"/>
              <a:ea typeface="+mn-ea"/>
              <a:cs typeface="+mn-cs"/>
            </a:rPr>
            <a:t>Prototipação em papel</a:t>
          </a:r>
        </a:p>
      </dsp:txBody>
      <dsp:txXfrm>
        <a:off x="5666020" y="1136065"/>
        <a:ext cx="2467046" cy="456893"/>
      </dsp:txXfrm>
    </dsp:sp>
    <dsp:sp modelId="{7AEE0E62-1374-4A36-8A45-F999FA346614}">
      <dsp:nvSpPr>
        <dsp:cNvPr id="0" name=""/>
        <dsp:cNvSpPr/>
      </dsp:nvSpPr>
      <dsp:spPr>
        <a:xfrm rot="3310531">
          <a:off x="2561222" y="1635660"/>
          <a:ext cx="679886" cy="15826"/>
        </a:xfrm>
        <a:custGeom>
          <a:avLst/>
          <a:gdLst/>
          <a:ahLst/>
          <a:cxnLst/>
          <a:rect l="0" t="0" r="0" b="0"/>
          <a:pathLst>
            <a:path>
              <a:moveTo>
                <a:pt x="0" y="7913"/>
              </a:moveTo>
              <a:lnTo>
                <a:pt x="679886" y="7913"/>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pt-BR" sz="800" kern="1200"/>
        </a:p>
      </dsp:txBody>
      <dsp:txXfrm>
        <a:off x="2884168" y="1626576"/>
        <a:ext cx="33994" cy="33994"/>
      </dsp:txXfrm>
    </dsp:sp>
    <dsp:sp modelId="{EF309B74-9001-484A-9BE5-7E4E7385F0FE}">
      <dsp:nvSpPr>
        <dsp:cNvPr id="0" name=""/>
        <dsp:cNvSpPr/>
      </dsp:nvSpPr>
      <dsp:spPr>
        <a:xfrm>
          <a:off x="3095294" y="1679973"/>
          <a:ext cx="2168251" cy="485323"/>
        </a:xfrm>
        <a:prstGeom prst="roundRect">
          <a:avLst>
            <a:gd name="adj" fmla="val 10000"/>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pt-BR" sz="1400" b="1" kern="1200" dirty="0"/>
            <a:t>Ambientes naturais</a:t>
          </a:r>
        </a:p>
      </dsp:txBody>
      <dsp:txXfrm>
        <a:off x="3109509" y="1694188"/>
        <a:ext cx="2139821" cy="456893"/>
      </dsp:txXfrm>
    </dsp:sp>
    <dsp:sp modelId="{67C0150A-8FFF-4529-807C-ACFCD492EFFC}">
      <dsp:nvSpPr>
        <dsp:cNvPr id="0" name=""/>
        <dsp:cNvSpPr/>
      </dsp:nvSpPr>
      <dsp:spPr>
        <a:xfrm>
          <a:off x="5263546" y="1914721"/>
          <a:ext cx="388258" cy="15826"/>
        </a:xfrm>
        <a:custGeom>
          <a:avLst/>
          <a:gdLst/>
          <a:ahLst/>
          <a:cxnLst/>
          <a:rect l="0" t="0" r="0" b="0"/>
          <a:pathLst>
            <a:path>
              <a:moveTo>
                <a:pt x="0" y="7913"/>
              </a:moveTo>
              <a:lnTo>
                <a:pt x="388258" y="7913"/>
              </a:lnTo>
            </a:path>
          </a:pathLst>
        </a:custGeom>
        <a:noFill/>
        <a:ln w="12700" cap="flat" cmpd="sng" algn="ctr">
          <a:solidFill>
            <a:schemeClr val="accent3"/>
          </a:solidFill>
          <a:prstDash val="solid"/>
          <a:miter lim="800000"/>
        </a:ln>
        <a:effectLst/>
      </dsp:spPr>
      <dsp:style>
        <a:lnRef idx="2">
          <a:schemeClr val="accent3"/>
        </a:lnRef>
        <a:fillRef idx="0">
          <a:schemeClr val="accent3"/>
        </a:fillRef>
        <a:effectRef idx="1">
          <a:schemeClr val="accent3"/>
        </a:effectRef>
        <a:fontRef idx="minor">
          <a:schemeClr val="tx1"/>
        </a:fontRef>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pt-BR" sz="800" kern="1200"/>
        </a:p>
      </dsp:txBody>
      <dsp:txXfrm>
        <a:off x="5447969" y="1912928"/>
        <a:ext cx="19412" cy="19412"/>
      </dsp:txXfrm>
    </dsp:sp>
    <dsp:sp modelId="{6698696B-2965-4FA6-B97F-186DC917FF3C}">
      <dsp:nvSpPr>
        <dsp:cNvPr id="0" name=""/>
        <dsp:cNvSpPr/>
      </dsp:nvSpPr>
      <dsp:spPr>
        <a:xfrm>
          <a:off x="5651805" y="1679973"/>
          <a:ext cx="2529623" cy="485323"/>
        </a:xfrm>
        <a:prstGeom prst="roundRect">
          <a:avLst>
            <a:gd name="adj" fmla="val 10000"/>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pt-BR" sz="1400" b="1" kern="1200" dirty="0"/>
            <a:t>Estudos de campo</a:t>
          </a:r>
        </a:p>
      </dsp:txBody>
      <dsp:txXfrm>
        <a:off x="5666020" y="1694188"/>
        <a:ext cx="2501193" cy="456893"/>
      </dsp:txXfrm>
    </dsp:sp>
    <dsp:sp modelId="{CFAC0C71-E904-4465-9540-EAF6DE0E2232}">
      <dsp:nvSpPr>
        <dsp:cNvPr id="0" name=""/>
        <dsp:cNvSpPr/>
      </dsp:nvSpPr>
      <dsp:spPr>
        <a:xfrm>
          <a:off x="901922" y="3633401"/>
          <a:ext cx="1805113" cy="485323"/>
        </a:xfrm>
        <a:prstGeom prst="roundRect">
          <a:avLst>
            <a:gd name="adj" fmla="val 10000"/>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pt-BR" sz="1600" b="1" kern="1200" dirty="0"/>
            <a:t>Sem usuário</a:t>
          </a:r>
        </a:p>
      </dsp:txBody>
      <dsp:txXfrm>
        <a:off x="916137" y="3647616"/>
        <a:ext cx="1776683" cy="456893"/>
      </dsp:txXfrm>
    </dsp:sp>
    <dsp:sp modelId="{5BAA9F86-2F53-4FF2-82F9-3ED009F2718A}">
      <dsp:nvSpPr>
        <dsp:cNvPr id="0" name=""/>
        <dsp:cNvSpPr/>
      </dsp:nvSpPr>
      <dsp:spPr>
        <a:xfrm rot="17692822">
          <a:off x="2439748" y="3449557"/>
          <a:ext cx="922833" cy="15826"/>
        </a:xfrm>
        <a:custGeom>
          <a:avLst/>
          <a:gdLst/>
          <a:ahLst/>
          <a:cxnLst/>
          <a:rect l="0" t="0" r="0" b="0"/>
          <a:pathLst>
            <a:path>
              <a:moveTo>
                <a:pt x="0" y="7913"/>
              </a:moveTo>
              <a:lnTo>
                <a:pt x="922833" y="7913"/>
              </a:lnTo>
            </a:path>
          </a:pathLst>
        </a:custGeom>
        <a:noFill/>
        <a:ln w="12700" cap="flat" cmpd="sng" algn="ctr">
          <a:solidFill>
            <a:schemeClr val="accent1"/>
          </a:solidFill>
          <a:prstDash val="solid"/>
          <a:miter lim="800000"/>
        </a:ln>
        <a:effectLst/>
      </dsp:spPr>
      <dsp:style>
        <a:lnRef idx="2">
          <a:schemeClr val="accent1"/>
        </a:lnRef>
        <a:fillRef idx="0">
          <a:schemeClr val="accent1"/>
        </a:fillRef>
        <a:effectRef idx="1">
          <a:schemeClr val="accent1"/>
        </a:effectRef>
        <a:fontRef idx="minor">
          <a:schemeClr val="tx1"/>
        </a:fontRef>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pt-BR" sz="800" kern="1200"/>
        </a:p>
      </dsp:txBody>
      <dsp:txXfrm>
        <a:off x="2878094" y="3434400"/>
        <a:ext cx="46141" cy="46141"/>
      </dsp:txXfrm>
    </dsp:sp>
    <dsp:sp modelId="{A3F0FCF8-83F1-4442-AA66-9DE5956E9A6A}">
      <dsp:nvSpPr>
        <dsp:cNvPr id="0" name=""/>
        <dsp:cNvSpPr/>
      </dsp:nvSpPr>
      <dsp:spPr>
        <a:xfrm>
          <a:off x="3095294" y="2796217"/>
          <a:ext cx="2168251" cy="485323"/>
        </a:xfrm>
        <a:prstGeom prst="roundRect">
          <a:avLst>
            <a:gd name="adj" fmla="val 10000"/>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pt-BR" sz="1400" b="1" kern="1200" dirty="0"/>
            <a:t>Inspeção</a:t>
          </a:r>
        </a:p>
      </dsp:txBody>
      <dsp:txXfrm>
        <a:off x="3109509" y="2810432"/>
        <a:ext cx="2139821" cy="456893"/>
      </dsp:txXfrm>
    </dsp:sp>
    <dsp:sp modelId="{F4980D84-16A4-4E2F-ACCB-2ACF0ABFA2F8}">
      <dsp:nvSpPr>
        <dsp:cNvPr id="0" name=""/>
        <dsp:cNvSpPr/>
      </dsp:nvSpPr>
      <dsp:spPr>
        <a:xfrm rot="18289469">
          <a:off x="5117732" y="2751905"/>
          <a:ext cx="679886" cy="15826"/>
        </a:xfrm>
        <a:custGeom>
          <a:avLst/>
          <a:gdLst/>
          <a:ahLst/>
          <a:cxnLst/>
          <a:rect l="0" t="0" r="0" b="0"/>
          <a:pathLst>
            <a:path>
              <a:moveTo>
                <a:pt x="0" y="7913"/>
              </a:moveTo>
              <a:lnTo>
                <a:pt x="679886" y="7913"/>
              </a:lnTo>
            </a:path>
          </a:pathLst>
        </a:custGeom>
        <a:noFill/>
        <a:ln w="12700" cap="flat" cmpd="sng" algn="ctr">
          <a:solidFill>
            <a:schemeClr val="accent1"/>
          </a:solidFill>
          <a:prstDash val="solid"/>
          <a:miter lim="800000"/>
        </a:ln>
        <a:effectLst/>
      </dsp:spPr>
      <dsp:style>
        <a:lnRef idx="2">
          <a:schemeClr val="accent1"/>
        </a:lnRef>
        <a:fillRef idx="0">
          <a:schemeClr val="accent1"/>
        </a:fillRef>
        <a:effectRef idx="1">
          <a:schemeClr val="accent1"/>
        </a:effectRef>
        <a:fontRef idx="minor">
          <a:schemeClr val="tx1"/>
        </a:fontRef>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pt-BR" sz="800" kern="1200"/>
        </a:p>
      </dsp:txBody>
      <dsp:txXfrm>
        <a:off x="5440678" y="2742821"/>
        <a:ext cx="33994" cy="33994"/>
      </dsp:txXfrm>
    </dsp:sp>
    <dsp:sp modelId="{817127E6-97ED-4915-9855-ACD4D8C9D3AC}">
      <dsp:nvSpPr>
        <dsp:cNvPr id="0" name=""/>
        <dsp:cNvSpPr/>
      </dsp:nvSpPr>
      <dsp:spPr>
        <a:xfrm>
          <a:off x="5651805" y="2238095"/>
          <a:ext cx="2529623" cy="485323"/>
        </a:xfrm>
        <a:prstGeom prst="roundRect">
          <a:avLst>
            <a:gd name="adj" fmla="val 10000"/>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pt-BR" sz="1400" b="1" kern="1200" dirty="0"/>
            <a:t>Avaliação heurística</a:t>
          </a:r>
        </a:p>
      </dsp:txBody>
      <dsp:txXfrm>
        <a:off x="5666020" y="2252310"/>
        <a:ext cx="2501193" cy="456893"/>
      </dsp:txXfrm>
    </dsp:sp>
    <dsp:sp modelId="{067ABCF1-BC3D-4B18-9151-27EFD3C3D053}">
      <dsp:nvSpPr>
        <dsp:cNvPr id="0" name=""/>
        <dsp:cNvSpPr/>
      </dsp:nvSpPr>
      <dsp:spPr>
        <a:xfrm>
          <a:off x="5263546" y="3030966"/>
          <a:ext cx="388258" cy="15826"/>
        </a:xfrm>
        <a:custGeom>
          <a:avLst/>
          <a:gdLst/>
          <a:ahLst/>
          <a:cxnLst/>
          <a:rect l="0" t="0" r="0" b="0"/>
          <a:pathLst>
            <a:path>
              <a:moveTo>
                <a:pt x="0" y="7913"/>
              </a:moveTo>
              <a:lnTo>
                <a:pt x="388258" y="7913"/>
              </a:lnTo>
            </a:path>
          </a:pathLst>
        </a:custGeom>
        <a:noFill/>
        <a:ln w="12700" cap="flat" cmpd="sng" algn="ctr">
          <a:solidFill>
            <a:schemeClr val="accent1"/>
          </a:solidFill>
          <a:prstDash val="solid"/>
          <a:miter lim="800000"/>
        </a:ln>
        <a:effectLst/>
      </dsp:spPr>
      <dsp:style>
        <a:lnRef idx="2">
          <a:schemeClr val="accent1"/>
        </a:lnRef>
        <a:fillRef idx="0">
          <a:schemeClr val="accent1"/>
        </a:fillRef>
        <a:effectRef idx="1">
          <a:schemeClr val="accent1"/>
        </a:effectRef>
        <a:fontRef idx="minor">
          <a:schemeClr val="tx1"/>
        </a:fontRef>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pt-BR" sz="800" kern="1200"/>
        </a:p>
      </dsp:txBody>
      <dsp:txXfrm>
        <a:off x="5447969" y="3029173"/>
        <a:ext cx="19412" cy="19412"/>
      </dsp:txXfrm>
    </dsp:sp>
    <dsp:sp modelId="{675AE7D5-F49C-48F4-86F5-F51C143E5AE9}">
      <dsp:nvSpPr>
        <dsp:cNvPr id="0" name=""/>
        <dsp:cNvSpPr/>
      </dsp:nvSpPr>
      <dsp:spPr>
        <a:xfrm>
          <a:off x="5651805" y="2796217"/>
          <a:ext cx="2529623" cy="485323"/>
        </a:xfrm>
        <a:prstGeom prst="roundRect">
          <a:avLst>
            <a:gd name="adj" fmla="val 10000"/>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pt-BR" sz="1400" b="1" kern="1200" dirty="0"/>
            <a:t>Percurso cognitivo</a:t>
          </a:r>
        </a:p>
      </dsp:txBody>
      <dsp:txXfrm>
        <a:off x="5666020" y="2810432"/>
        <a:ext cx="2501193" cy="456893"/>
      </dsp:txXfrm>
    </dsp:sp>
    <dsp:sp modelId="{733F6A0C-865D-4EC8-8604-C1740B1228AD}">
      <dsp:nvSpPr>
        <dsp:cNvPr id="0" name=""/>
        <dsp:cNvSpPr/>
      </dsp:nvSpPr>
      <dsp:spPr>
        <a:xfrm rot="3310531">
          <a:off x="5117732" y="3310027"/>
          <a:ext cx="679886" cy="15826"/>
        </a:xfrm>
        <a:custGeom>
          <a:avLst/>
          <a:gdLst/>
          <a:ahLst/>
          <a:cxnLst/>
          <a:rect l="0" t="0" r="0" b="0"/>
          <a:pathLst>
            <a:path>
              <a:moveTo>
                <a:pt x="0" y="7913"/>
              </a:moveTo>
              <a:lnTo>
                <a:pt x="679886" y="7913"/>
              </a:lnTo>
            </a:path>
          </a:pathLst>
        </a:custGeom>
        <a:noFill/>
        <a:ln w="12700" cap="flat" cmpd="sng" algn="ctr">
          <a:solidFill>
            <a:schemeClr val="accent1"/>
          </a:solidFill>
          <a:prstDash val="solid"/>
          <a:miter lim="800000"/>
        </a:ln>
        <a:effectLst/>
      </dsp:spPr>
      <dsp:style>
        <a:lnRef idx="2">
          <a:schemeClr val="accent1"/>
        </a:lnRef>
        <a:fillRef idx="0">
          <a:schemeClr val="accent1"/>
        </a:fillRef>
        <a:effectRef idx="1">
          <a:schemeClr val="accent1"/>
        </a:effectRef>
        <a:fontRef idx="minor">
          <a:schemeClr val="tx1"/>
        </a:fontRef>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pt-BR" sz="800" kern="1200"/>
        </a:p>
      </dsp:txBody>
      <dsp:txXfrm>
        <a:off x="5440678" y="3300943"/>
        <a:ext cx="33994" cy="33994"/>
      </dsp:txXfrm>
    </dsp:sp>
    <dsp:sp modelId="{87D7957F-DA95-4246-88CF-807380FAD9A4}">
      <dsp:nvSpPr>
        <dsp:cNvPr id="0" name=""/>
        <dsp:cNvSpPr/>
      </dsp:nvSpPr>
      <dsp:spPr>
        <a:xfrm>
          <a:off x="5651805" y="3354340"/>
          <a:ext cx="2529623" cy="485323"/>
        </a:xfrm>
        <a:prstGeom prst="roundRect">
          <a:avLst>
            <a:gd name="adj" fmla="val 10000"/>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pt-BR" sz="1400" b="1" kern="1200" dirty="0"/>
            <a:t>Método de inspeção semiótica</a:t>
          </a:r>
        </a:p>
      </dsp:txBody>
      <dsp:txXfrm>
        <a:off x="5666020" y="3368555"/>
        <a:ext cx="2501193" cy="456893"/>
      </dsp:txXfrm>
    </dsp:sp>
    <dsp:sp modelId="{A1E44A07-007E-4AB2-A566-20B25A999380}">
      <dsp:nvSpPr>
        <dsp:cNvPr id="0" name=""/>
        <dsp:cNvSpPr/>
      </dsp:nvSpPr>
      <dsp:spPr>
        <a:xfrm rot="3907178">
          <a:off x="2439748" y="4286741"/>
          <a:ext cx="922833" cy="15826"/>
        </a:xfrm>
        <a:custGeom>
          <a:avLst/>
          <a:gdLst/>
          <a:ahLst/>
          <a:cxnLst/>
          <a:rect l="0" t="0" r="0" b="0"/>
          <a:pathLst>
            <a:path>
              <a:moveTo>
                <a:pt x="0" y="7913"/>
              </a:moveTo>
              <a:lnTo>
                <a:pt x="922833" y="7913"/>
              </a:lnTo>
            </a:path>
          </a:pathLst>
        </a:custGeom>
        <a:noFill/>
        <a:ln w="12700" cap="flat" cmpd="sng" algn="ctr">
          <a:solidFill>
            <a:schemeClr val="accent1"/>
          </a:solidFill>
          <a:prstDash val="solid"/>
          <a:miter lim="800000"/>
        </a:ln>
        <a:effectLst/>
      </dsp:spPr>
      <dsp:style>
        <a:lnRef idx="2">
          <a:schemeClr val="accent1"/>
        </a:lnRef>
        <a:fillRef idx="0">
          <a:schemeClr val="accent1"/>
        </a:fillRef>
        <a:effectRef idx="1">
          <a:schemeClr val="accent1"/>
        </a:effectRef>
        <a:fontRef idx="minor">
          <a:schemeClr val="tx1"/>
        </a:fontRef>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pt-BR" sz="800" kern="1200"/>
        </a:p>
      </dsp:txBody>
      <dsp:txXfrm>
        <a:off x="2878094" y="4271583"/>
        <a:ext cx="46141" cy="46141"/>
      </dsp:txXfrm>
    </dsp:sp>
    <dsp:sp modelId="{8D792BE3-43E8-4D88-814A-E21863B60C4C}">
      <dsp:nvSpPr>
        <dsp:cNvPr id="0" name=""/>
        <dsp:cNvSpPr/>
      </dsp:nvSpPr>
      <dsp:spPr>
        <a:xfrm>
          <a:off x="3095294" y="4470584"/>
          <a:ext cx="2168251" cy="485323"/>
        </a:xfrm>
        <a:prstGeom prst="roundRect">
          <a:avLst>
            <a:gd name="adj" fmla="val 10000"/>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pt-BR" sz="1400" b="1" kern="1200" dirty="0"/>
            <a:t>Modelos preditivos</a:t>
          </a:r>
        </a:p>
      </dsp:txBody>
      <dsp:txXfrm>
        <a:off x="3109509" y="4484799"/>
        <a:ext cx="2139821" cy="456893"/>
      </dsp:txXfrm>
    </dsp:sp>
    <dsp:sp modelId="{FD8C821B-3CB5-4286-B1C2-3ED70481AD9B}">
      <dsp:nvSpPr>
        <dsp:cNvPr id="0" name=""/>
        <dsp:cNvSpPr/>
      </dsp:nvSpPr>
      <dsp:spPr>
        <a:xfrm rot="18289469">
          <a:off x="5117732" y="4426271"/>
          <a:ext cx="679886" cy="15826"/>
        </a:xfrm>
        <a:custGeom>
          <a:avLst/>
          <a:gdLst/>
          <a:ahLst/>
          <a:cxnLst/>
          <a:rect l="0" t="0" r="0" b="0"/>
          <a:pathLst>
            <a:path>
              <a:moveTo>
                <a:pt x="0" y="7913"/>
              </a:moveTo>
              <a:lnTo>
                <a:pt x="679886" y="7913"/>
              </a:lnTo>
            </a:path>
          </a:pathLst>
        </a:custGeom>
        <a:noFill/>
        <a:ln w="12700" cap="flat" cmpd="sng" algn="ctr">
          <a:solidFill>
            <a:schemeClr val="accent1"/>
          </a:solidFill>
          <a:prstDash val="solid"/>
          <a:miter lim="800000"/>
        </a:ln>
        <a:effectLst/>
      </dsp:spPr>
      <dsp:style>
        <a:lnRef idx="2">
          <a:schemeClr val="accent1"/>
        </a:lnRef>
        <a:fillRef idx="0">
          <a:schemeClr val="accent1"/>
        </a:fillRef>
        <a:effectRef idx="1">
          <a:schemeClr val="accent1"/>
        </a:effectRef>
        <a:fontRef idx="minor">
          <a:schemeClr val="tx1"/>
        </a:fontRef>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pt-BR" sz="800" kern="1200"/>
        </a:p>
      </dsp:txBody>
      <dsp:txXfrm>
        <a:off x="5440678" y="4417188"/>
        <a:ext cx="33994" cy="33994"/>
      </dsp:txXfrm>
    </dsp:sp>
    <dsp:sp modelId="{E4CF93C6-C0E5-4AC5-A3A6-BE166DFCC51B}">
      <dsp:nvSpPr>
        <dsp:cNvPr id="0" name=""/>
        <dsp:cNvSpPr/>
      </dsp:nvSpPr>
      <dsp:spPr>
        <a:xfrm>
          <a:off x="5651805" y="3912462"/>
          <a:ext cx="2529623" cy="485323"/>
        </a:xfrm>
        <a:prstGeom prst="roundRect">
          <a:avLst>
            <a:gd name="adj" fmla="val 10000"/>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pt-BR" sz="1400" b="1" kern="1200" dirty="0"/>
            <a:t>GOMS</a:t>
          </a:r>
        </a:p>
      </dsp:txBody>
      <dsp:txXfrm>
        <a:off x="5666020" y="3926677"/>
        <a:ext cx="2501193" cy="456893"/>
      </dsp:txXfrm>
    </dsp:sp>
    <dsp:sp modelId="{DCA89DF2-A8EC-4172-8C5E-CDBE2961A251}">
      <dsp:nvSpPr>
        <dsp:cNvPr id="0" name=""/>
        <dsp:cNvSpPr/>
      </dsp:nvSpPr>
      <dsp:spPr>
        <a:xfrm>
          <a:off x="5263546" y="4705333"/>
          <a:ext cx="388258" cy="15826"/>
        </a:xfrm>
        <a:custGeom>
          <a:avLst/>
          <a:gdLst/>
          <a:ahLst/>
          <a:cxnLst/>
          <a:rect l="0" t="0" r="0" b="0"/>
          <a:pathLst>
            <a:path>
              <a:moveTo>
                <a:pt x="0" y="7913"/>
              </a:moveTo>
              <a:lnTo>
                <a:pt x="388258" y="7913"/>
              </a:lnTo>
            </a:path>
          </a:pathLst>
        </a:custGeom>
        <a:noFill/>
        <a:ln w="12700" cap="flat" cmpd="sng" algn="ctr">
          <a:solidFill>
            <a:schemeClr val="accent1"/>
          </a:solidFill>
          <a:prstDash val="solid"/>
          <a:miter lim="800000"/>
        </a:ln>
        <a:effectLst/>
      </dsp:spPr>
      <dsp:style>
        <a:lnRef idx="2">
          <a:schemeClr val="accent1"/>
        </a:lnRef>
        <a:fillRef idx="0">
          <a:schemeClr val="accent1"/>
        </a:fillRef>
        <a:effectRef idx="1">
          <a:schemeClr val="accent1"/>
        </a:effectRef>
        <a:fontRef idx="minor">
          <a:schemeClr val="tx1"/>
        </a:fontRef>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pt-BR" sz="800" kern="1200"/>
        </a:p>
      </dsp:txBody>
      <dsp:txXfrm>
        <a:off x="5447969" y="4703539"/>
        <a:ext cx="19412" cy="19412"/>
      </dsp:txXfrm>
    </dsp:sp>
    <dsp:sp modelId="{F777AF1C-0F49-47AA-8F40-02B31720685D}">
      <dsp:nvSpPr>
        <dsp:cNvPr id="0" name=""/>
        <dsp:cNvSpPr/>
      </dsp:nvSpPr>
      <dsp:spPr>
        <a:xfrm>
          <a:off x="5651805" y="4470584"/>
          <a:ext cx="2529623" cy="485323"/>
        </a:xfrm>
        <a:prstGeom prst="roundRect">
          <a:avLst>
            <a:gd name="adj" fmla="val 10000"/>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pt-BR" sz="1400" b="1" kern="1200" dirty="0"/>
            <a:t>KLM</a:t>
          </a:r>
        </a:p>
      </dsp:txBody>
      <dsp:txXfrm>
        <a:off x="5666020" y="4484799"/>
        <a:ext cx="2501193" cy="456893"/>
      </dsp:txXfrm>
    </dsp:sp>
    <dsp:sp modelId="{51E8A53B-9A66-48C8-94A6-367796CA0185}">
      <dsp:nvSpPr>
        <dsp:cNvPr id="0" name=""/>
        <dsp:cNvSpPr/>
      </dsp:nvSpPr>
      <dsp:spPr>
        <a:xfrm rot="3310531">
          <a:off x="5117732" y="4984394"/>
          <a:ext cx="679886" cy="15826"/>
        </a:xfrm>
        <a:custGeom>
          <a:avLst/>
          <a:gdLst/>
          <a:ahLst/>
          <a:cxnLst/>
          <a:rect l="0" t="0" r="0" b="0"/>
          <a:pathLst>
            <a:path>
              <a:moveTo>
                <a:pt x="0" y="7913"/>
              </a:moveTo>
              <a:lnTo>
                <a:pt x="679886" y="7913"/>
              </a:lnTo>
            </a:path>
          </a:pathLst>
        </a:custGeom>
        <a:noFill/>
        <a:ln w="12700" cap="flat" cmpd="sng" algn="ctr">
          <a:solidFill>
            <a:schemeClr val="accent1"/>
          </a:solidFill>
          <a:prstDash val="solid"/>
          <a:miter lim="800000"/>
        </a:ln>
        <a:effectLst/>
      </dsp:spPr>
      <dsp:style>
        <a:lnRef idx="2">
          <a:schemeClr val="accent1"/>
        </a:lnRef>
        <a:fillRef idx="0">
          <a:schemeClr val="accent1"/>
        </a:fillRef>
        <a:effectRef idx="1">
          <a:schemeClr val="accent1"/>
        </a:effectRef>
        <a:fontRef idx="minor">
          <a:schemeClr val="tx1"/>
        </a:fontRef>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pt-BR" sz="800" kern="1200"/>
        </a:p>
      </dsp:txBody>
      <dsp:txXfrm>
        <a:off x="5440678" y="4975310"/>
        <a:ext cx="33994" cy="33994"/>
      </dsp:txXfrm>
    </dsp:sp>
    <dsp:sp modelId="{B3C40D35-4940-4025-8AF4-B4F510EB1295}">
      <dsp:nvSpPr>
        <dsp:cNvPr id="0" name=""/>
        <dsp:cNvSpPr/>
      </dsp:nvSpPr>
      <dsp:spPr>
        <a:xfrm>
          <a:off x="5651805" y="5028706"/>
          <a:ext cx="2529623" cy="485323"/>
        </a:xfrm>
        <a:prstGeom prst="roundRect">
          <a:avLst>
            <a:gd name="adj" fmla="val 10000"/>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pt-BR" sz="1400" b="1" kern="1200" dirty="0"/>
            <a:t>Lei de </a:t>
          </a:r>
          <a:r>
            <a:rPr lang="pt-BR" sz="1400" b="1" kern="1200" dirty="0" err="1"/>
            <a:t>Fitts</a:t>
          </a:r>
          <a:endParaRPr lang="pt-BR" sz="1400" b="1" kern="1200" dirty="0"/>
        </a:p>
      </dsp:txBody>
      <dsp:txXfrm>
        <a:off x="5666020" y="5042921"/>
        <a:ext cx="2501193" cy="45689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E9C300E-04F4-4BB6-A82F-A0F7FE928FA2}" type="datetimeFigureOut">
              <a:rPr lang="pt-BR" smtClean="0"/>
              <a:t>05/10/2022</a:t>
            </a:fld>
            <a:endParaRPr lang="pt-BR"/>
          </a:p>
        </p:txBody>
      </p:sp>
      <p:sp>
        <p:nvSpPr>
          <p:cNvPr id="4" name="Espaço Reservado para Imagem de Slide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7E832F-BB7F-4CD1-BB71-FEAB81F434FA}" type="slidenum">
              <a:rPr lang="pt-BR" smtClean="0"/>
              <a:t>‹nº›</a:t>
            </a:fld>
            <a:endParaRPr lang="pt-BR"/>
          </a:p>
        </p:txBody>
      </p:sp>
    </p:spTree>
    <p:extLst>
      <p:ext uri="{BB962C8B-B14F-4D97-AF65-F5344CB8AC3E}">
        <p14:creationId xmlns:p14="http://schemas.microsoft.com/office/powerpoint/2010/main" val="966615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a:extLst>
              <a:ext uri="{FF2B5EF4-FFF2-40B4-BE49-F238E27FC236}">
                <a16:creationId xmlns:a16="http://schemas.microsoft.com/office/drawing/2014/main" id="{635CCA3C-BEBB-486D-960B-A89C6188DAF1}"/>
              </a:ext>
            </a:extLst>
          </p:cNvPr>
          <p:cNvSpPr>
            <a:spLocks noGrp="1"/>
          </p:cNvSpPr>
          <p:nvPr>
            <p:ph type="dt" sz="half" idx="10"/>
          </p:nvPr>
        </p:nvSpPr>
        <p:spPr/>
        <p:txBody>
          <a:bodyPr/>
          <a:lstStyle>
            <a:lvl1pPr>
              <a:defRPr>
                <a:solidFill>
                  <a:schemeClr val="bg1"/>
                </a:solidFill>
              </a:defRPr>
            </a:lvl1pPr>
          </a:lstStyle>
          <a:p>
            <a:r>
              <a:rPr lang="pt-BR"/>
              <a:t>30/04/2018</a:t>
            </a:r>
            <a:endParaRPr lang="pt-BR" dirty="0"/>
          </a:p>
        </p:txBody>
      </p:sp>
      <p:sp>
        <p:nvSpPr>
          <p:cNvPr id="5" name="Footer Placeholder 4">
            <a:extLst>
              <a:ext uri="{FF2B5EF4-FFF2-40B4-BE49-F238E27FC236}">
                <a16:creationId xmlns:a16="http://schemas.microsoft.com/office/drawing/2014/main" id="{09ED39B7-960C-4351-8F8F-97F5F3B0A9F8}"/>
              </a:ext>
            </a:extLst>
          </p:cNvPr>
          <p:cNvSpPr>
            <a:spLocks noGrp="1"/>
          </p:cNvSpPr>
          <p:nvPr>
            <p:ph type="ftr" sz="quarter" idx="11"/>
          </p:nvPr>
        </p:nvSpPr>
        <p:spPr/>
        <p:txBody>
          <a:bodyPr/>
          <a:lstStyle>
            <a:lvl1pPr>
              <a:defRPr/>
            </a:lvl1pPr>
          </a:lstStyle>
          <a:p>
            <a:r>
              <a:rPr lang="pt-BR"/>
              <a:t>QXD0221, QPC0016 – Interação Humano-Computador</a:t>
            </a:r>
            <a:endParaRPr lang="pt-BR" dirty="0"/>
          </a:p>
        </p:txBody>
      </p:sp>
      <p:sp>
        <p:nvSpPr>
          <p:cNvPr id="6" name="Slide Number Placeholder 5">
            <a:extLst>
              <a:ext uri="{FF2B5EF4-FFF2-40B4-BE49-F238E27FC236}">
                <a16:creationId xmlns:a16="http://schemas.microsoft.com/office/drawing/2014/main" id="{5E4F2056-BDE6-4AA7-A123-A11996864949}"/>
              </a:ext>
            </a:extLst>
          </p:cNvPr>
          <p:cNvSpPr>
            <a:spLocks noGrp="1"/>
          </p:cNvSpPr>
          <p:nvPr>
            <p:ph type="sldNum" sz="quarter" idx="12"/>
          </p:nvPr>
        </p:nvSpPr>
        <p:spPr/>
        <p:txBody>
          <a:bodyPr/>
          <a:lstStyle>
            <a:lvl1pPr>
              <a:defRPr/>
            </a:lvl1pPr>
          </a:lstStyle>
          <a:p>
            <a:fld id="{43200DEA-4D7F-4A5D-AFE3-CCFE36347EB8}" type="slidenum">
              <a:rPr lang="pt-BR" smtClean="0"/>
              <a:pPr/>
              <a:t>‹nº›</a:t>
            </a:fld>
            <a:endParaRPr lang="pt-BR"/>
          </a:p>
        </p:txBody>
      </p:sp>
    </p:spTree>
    <p:extLst>
      <p:ext uri="{BB962C8B-B14F-4D97-AF65-F5344CB8AC3E}">
        <p14:creationId xmlns:p14="http://schemas.microsoft.com/office/powerpoint/2010/main" val="1860968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a:extLst>
              <a:ext uri="{FF2B5EF4-FFF2-40B4-BE49-F238E27FC236}">
                <a16:creationId xmlns:a16="http://schemas.microsoft.com/office/drawing/2014/main" id="{2645870D-AFE0-4E3F-BBE4-6F35B796A5C9}"/>
              </a:ext>
            </a:extLst>
          </p:cNvPr>
          <p:cNvSpPr>
            <a:spLocks noGrp="1"/>
          </p:cNvSpPr>
          <p:nvPr>
            <p:ph type="dt" sz="half" idx="10"/>
          </p:nvPr>
        </p:nvSpPr>
        <p:spPr/>
        <p:txBody>
          <a:bodyPr/>
          <a:lstStyle>
            <a:lvl1pPr>
              <a:defRPr/>
            </a:lvl1pPr>
          </a:lstStyle>
          <a:p>
            <a:r>
              <a:rPr lang="pt-BR"/>
              <a:t>30/04/2018</a:t>
            </a:r>
            <a:endParaRPr lang="pt-BR" dirty="0"/>
          </a:p>
        </p:txBody>
      </p:sp>
      <p:sp>
        <p:nvSpPr>
          <p:cNvPr id="5" name="Footer Placeholder 4">
            <a:extLst>
              <a:ext uri="{FF2B5EF4-FFF2-40B4-BE49-F238E27FC236}">
                <a16:creationId xmlns:a16="http://schemas.microsoft.com/office/drawing/2014/main" id="{FCE9C3A8-9A39-4B7B-BCF8-7B59B8126E40}"/>
              </a:ext>
            </a:extLst>
          </p:cNvPr>
          <p:cNvSpPr>
            <a:spLocks noGrp="1"/>
          </p:cNvSpPr>
          <p:nvPr>
            <p:ph type="ftr" sz="quarter" idx="11"/>
          </p:nvPr>
        </p:nvSpPr>
        <p:spPr/>
        <p:txBody>
          <a:bodyPr/>
          <a:lstStyle>
            <a:lvl1pPr>
              <a:defRPr/>
            </a:lvl1pPr>
          </a:lstStyle>
          <a:p>
            <a:r>
              <a:rPr lang="pt-BR"/>
              <a:t>QXD0221, QPC0016 – Interação Humano-Computador</a:t>
            </a:r>
            <a:endParaRPr lang="pt-BR" dirty="0"/>
          </a:p>
        </p:txBody>
      </p:sp>
      <p:sp>
        <p:nvSpPr>
          <p:cNvPr id="6" name="Slide Number Placeholder 5">
            <a:extLst>
              <a:ext uri="{FF2B5EF4-FFF2-40B4-BE49-F238E27FC236}">
                <a16:creationId xmlns:a16="http://schemas.microsoft.com/office/drawing/2014/main" id="{829AA676-A77D-4601-AB2B-39B2A7187A2A}"/>
              </a:ext>
            </a:extLst>
          </p:cNvPr>
          <p:cNvSpPr>
            <a:spLocks noGrp="1"/>
          </p:cNvSpPr>
          <p:nvPr>
            <p:ph type="sldNum" sz="quarter" idx="12"/>
          </p:nvPr>
        </p:nvSpPr>
        <p:spPr/>
        <p:txBody>
          <a:bodyPr/>
          <a:lstStyle>
            <a:lvl1pPr>
              <a:defRPr/>
            </a:lvl1pPr>
          </a:lstStyle>
          <a:p>
            <a:fld id="{43200DEA-4D7F-4A5D-AFE3-CCFE36347EB8}" type="slidenum">
              <a:rPr lang="pt-BR" smtClean="0"/>
              <a:pPr/>
              <a:t>‹nº›</a:t>
            </a:fld>
            <a:endParaRPr lang="pt-BR"/>
          </a:p>
        </p:txBody>
      </p:sp>
    </p:spTree>
    <p:extLst>
      <p:ext uri="{BB962C8B-B14F-4D97-AF65-F5344CB8AC3E}">
        <p14:creationId xmlns:p14="http://schemas.microsoft.com/office/powerpoint/2010/main" val="3752472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a:extLst>
              <a:ext uri="{FF2B5EF4-FFF2-40B4-BE49-F238E27FC236}">
                <a16:creationId xmlns:a16="http://schemas.microsoft.com/office/drawing/2014/main" id="{D5810279-8813-4FB6-9C01-BC4F4D844F7F}"/>
              </a:ext>
            </a:extLst>
          </p:cNvPr>
          <p:cNvSpPr>
            <a:spLocks noGrp="1"/>
          </p:cNvSpPr>
          <p:nvPr>
            <p:ph type="dt" sz="half" idx="10"/>
          </p:nvPr>
        </p:nvSpPr>
        <p:spPr/>
        <p:txBody>
          <a:bodyPr/>
          <a:lstStyle>
            <a:lvl1pPr>
              <a:defRPr/>
            </a:lvl1pPr>
          </a:lstStyle>
          <a:p>
            <a:r>
              <a:rPr lang="pt-BR"/>
              <a:t>30/04/2018</a:t>
            </a:r>
            <a:endParaRPr lang="pt-BR" dirty="0"/>
          </a:p>
        </p:txBody>
      </p:sp>
      <p:sp>
        <p:nvSpPr>
          <p:cNvPr id="5" name="Footer Placeholder 4">
            <a:extLst>
              <a:ext uri="{FF2B5EF4-FFF2-40B4-BE49-F238E27FC236}">
                <a16:creationId xmlns:a16="http://schemas.microsoft.com/office/drawing/2014/main" id="{395FC89F-1325-4935-A8C2-757B2F6E9A38}"/>
              </a:ext>
            </a:extLst>
          </p:cNvPr>
          <p:cNvSpPr>
            <a:spLocks noGrp="1"/>
          </p:cNvSpPr>
          <p:nvPr>
            <p:ph type="ftr" sz="quarter" idx="11"/>
          </p:nvPr>
        </p:nvSpPr>
        <p:spPr/>
        <p:txBody>
          <a:bodyPr/>
          <a:lstStyle>
            <a:lvl1pPr>
              <a:defRPr/>
            </a:lvl1pPr>
          </a:lstStyle>
          <a:p>
            <a:r>
              <a:rPr lang="pt-BR"/>
              <a:t>QXD0221, QPC0016 – Interação Humano-Computador</a:t>
            </a:r>
            <a:endParaRPr lang="pt-BR" dirty="0"/>
          </a:p>
        </p:txBody>
      </p:sp>
      <p:sp>
        <p:nvSpPr>
          <p:cNvPr id="6" name="Slide Number Placeholder 5">
            <a:extLst>
              <a:ext uri="{FF2B5EF4-FFF2-40B4-BE49-F238E27FC236}">
                <a16:creationId xmlns:a16="http://schemas.microsoft.com/office/drawing/2014/main" id="{5693F6FF-F72F-4A34-B851-D737528DB710}"/>
              </a:ext>
            </a:extLst>
          </p:cNvPr>
          <p:cNvSpPr>
            <a:spLocks noGrp="1"/>
          </p:cNvSpPr>
          <p:nvPr>
            <p:ph type="sldNum" sz="quarter" idx="12"/>
          </p:nvPr>
        </p:nvSpPr>
        <p:spPr/>
        <p:txBody>
          <a:bodyPr/>
          <a:lstStyle>
            <a:lvl1pPr>
              <a:defRPr/>
            </a:lvl1pPr>
          </a:lstStyle>
          <a:p>
            <a:fld id="{43200DEA-4D7F-4A5D-AFE3-CCFE36347EB8}" type="slidenum">
              <a:rPr lang="pt-BR" smtClean="0"/>
              <a:t>‹nº›</a:t>
            </a:fld>
            <a:endParaRPr lang="pt-BR"/>
          </a:p>
        </p:txBody>
      </p:sp>
    </p:spTree>
    <p:extLst>
      <p:ext uri="{BB962C8B-B14F-4D97-AF65-F5344CB8AC3E}">
        <p14:creationId xmlns:p14="http://schemas.microsoft.com/office/powerpoint/2010/main" val="3940387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323557" y="1825625"/>
            <a:ext cx="5696243"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172199" y="1825625"/>
            <a:ext cx="5696243"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3">
            <a:extLst>
              <a:ext uri="{FF2B5EF4-FFF2-40B4-BE49-F238E27FC236}">
                <a16:creationId xmlns:a16="http://schemas.microsoft.com/office/drawing/2014/main" id="{430C080D-C7AB-409D-BDDE-1BA66D4DEE90}"/>
              </a:ext>
            </a:extLst>
          </p:cNvPr>
          <p:cNvSpPr>
            <a:spLocks noGrp="1"/>
          </p:cNvSpPr>
          <p:nvPr>
            <p:ph type="dt" sz="half" idx="10"/>
          </p:nvPr>
        </p:nvSpPr>
        <p:spPr/>
        <p:txBody>
          <a:bodyPr/>
          <a:lstStyle>
            <a:lvl1pPr>
              <a:defRPr/>
            </a:lvl1pPr>
          </a:lstStyle>
          <a:p>
            <a:r>
              <a:rPr lang="pt-BR"/>
              <a:t>30/04/2018</a:t>
            </a:r>
            <a:endParaRPr lang="pt-BR" dirty="0"/>
          </a:p>
        </p:txBody>
      </p:sp>
      <p:sp>
        <p:nvSpPr>
          <p:cNvPr id="6" name="Footer Placeholder 4">
            <a:extLst>
              <a:ext uri="{FF2B5EF4-FFF2-40B4-BE49-F238E27FC236}">
                <a16:creationId xmlns:a16="http://schemas.microsoft.com/office/drawing/2014/main" id="{55F620C3-17AF-4066-B391-F667A9D92CEA}"/>
              </a:ext>
            </a:extLst>
          </p:cNvPr>
          <p:cNvSpPr>
            <a:spLocks noGrp="1"/>
          </p:cNvSpPr>
          <p:nvPr>
            <p:ph type="ftr" sz="quarter" idx="11"/>
          </p:nvPr>
        </p:nvSpPr>
        <p:spPr/>
        <p:txBody>
          <a:bodyPr/>
          <a:lstStyle>
            <a:lvl1pPr>
              <a:defRPr/>
            </a:lvl1pPr>
          </a:lstStyle>
          <a:p>
            <a:r>
              <a:rPr lang="pt-BR"/>
              <a:t>QXD0221, QPC0016 – Interação Humano-Computador</a:t>
            </a:r>
            <a:endParaRPr lang="pt-BR" dirty="0"/>
          </a:p>
        </p:txBody>
      </p:sp>
      <p:sp>
        <p:nvSpPr>
          <p:cNvPr id="7" name="Slide Number Placeholder 5">
            <a:extLst>
              <a:ext uri="{FF2B5EF4-FFF2-40B4-BE49-F238E27FC236}">
                <a16:creationId xmlns:a16="http://schemas.microsoft.com/office/drawing/2014/main" id="{7FF38AAF-F9E2-4273-92DE-9A4B9DE8949A}"/>
              </a:ext>
            </a:extLst>
          </p:cNvPr>
          <p:cNvSpPr>
            <a:spLocks noGrp="1"/>
          </p:cNvSpPr>
          <p:nvPr>
            <p:ph type="sldNum" sz="quarter" idx="12"/>
          </p:nvPr>
        </p:nvSpPr>
        <p:spPr/>
        <p:txBody>
          <a:bodyPr/>
          <a:lstStyle>
            <a:lvl1pPr>
              <a:defRPr/>
            </a:lvl1pPr>
          </a:lstStyle>
          <a:p>
            <a:fld id="{43200DEA-4D7F-4A5D-AFE3-CCFE36347EB8}" type="slidenum">
              <a:rPr lang="pt-BR" smtClean="0"/>
              <a:t>‹nº›</a:t>
            </a:fld>
            <a:endParaRPr lang="pt-BR"/>
          </a:p>
        </p:txBody>
      </p:sp>
      <p:pic>
        <p:nvPicPr>
          <p:cNvPr id="8" name="Imagem 7" descr="Logo Vertical-01.png">
            <a:extLst>
              <a:ext uri="{FF2B5EF4-FFF2-40B4-BE49-F238E27FC236}">
                <a16:creationId xmlns:a16="http://schemas.microsoft.com/office/drawing/2014/main" id="{1DC26F6F-68F5-4921-8979-BF9B57957945}"/>
              </a:ext>
            </a:extLst>
          </p:cNvPr>
          <p:cNvPicPr>
            <a:picLocks noChangeAspect="1"/>
          </p:cNvPicPr>
          <p:nvPr userDrawn="1"/>
        </p:nvPicPr>
        <p:blipFill rotWithShape="1">
          <a:blip r:embed="rId2"/>
          <a:srcRect l="18037" t="11205" r="14494" b="11920"/>
          <a:stretch/>
        </p:blipFill>
        <p:spPr>
          <a:xfrm>
            <a:off x="10704512" y="116632"/>
            <a:ext cx="1508843" cy="1215456"/>
          </a:xfrm>
          <a:prstGeom prst="rect">
            <a:avLst/>
          </a:prstGeom>
        </p:spPr>
      </p:pic>
    </p:spTree>
    <p:extLst>
      <p:ext uri="{BB962C8B-B14F-4D97-AF65-F5344CB8AC3E}">
        <p14:creationId xmlns:p14="http://schemas.microsoft.com/office/powerpoint/2010/main" val="2453491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323557" y="579437"/>
            <a:ext cx="10515600" cy="935039"/>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323556" y="1681163"/>
            <a:ext cx="5760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323556" y="2505075"/>
            <a:ext cx="5760000"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172198" y="1681163"/>
            <a:ext cx="5760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172198" y="2505075"/>
            <a:ext cx="5760000"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3">
            <a:extLst>
              <a:ext uri="{FF2B5EF4-FFF2-40B4-BE49-F238E27FC236}">
                <a16:creationId xmlns:a16="http://schemas.microsoft.com/office/drawing/2014/main" id="{454DCDC4-FEE0-4C3E-A3A9-3ED07CD9119B}"/>
              </a:ext>
            </a:extLst>
          </p:cNvPr>
          <p:cNvSpPr>
            <a:spLocks noGrp="1"/>
          </p:cNvSpPr>
          <p:nvPr>
            <p:ph type="dt" sz="half" idx="10"/>
          </p:nvPr>
        </p:nvSpPr>
        <p:spPr/>
        <p:txBody>
          <a:bodyPr/>
          <a:lstStyle>
            <a:lvl1pPr>
              <a:defRPr/>
            </a:lvl1pPr>
          </a:lstStyle>
          <a:p>
            <a:r>
              <a:rPr lang="pt-BR"/>
              <a:t>30/04/2018</a:t>
            </a:r>
            <a:endParaRPr lang="pt-BR" dirty="0"/>
          </a:p>
        </p:txBody>
      </p:sp>
      <p:sp>
        <p:nvSpPr>
          <p:cNvPr id="8" name="Footer Placeholder 4">
            <a:extLst>
              <a:ext uri="{FF2B5EF4-FFF2-40B4-BE49-F238E27FC236}">
                <a16:creationId xmlns:a16="http://schemas.microsoft.com/office/drawing/2014/main" id="{142AA627-0187-4C75-AA14-F36FD10D50F1}"/>
              </a:ext>
            </a:extLst>
          </p:cNvPr>
          <p:cNvSpPr>
            <a:spLocks noGrp="1"/>
          </p:cNvSpPr>
          <p:nvPr>
            <p:ph type="ftr" sz="quarter" idx="11"/>
          </p:nvPr>
        </p:nvSpPr>
        <p:spPr/>
        <p:txBody>
          <a:bodyPr/>
          <a:lstStyle>
            <a:lvl1pPr>
              <a:defRPr/>
            </a:lvl1pPr>
          </a:lstStyle>
          <a:p>
            <a:r>
              <a:rPr lang="pt-BR"/>
              <a:t>QXD0221, QPC0016 – Interação Humano-Computador</a:t>
            </a:r>
            <a:endParaRPr lang="pt-BR" dirty="0"/>
          </a:p>
        </p:txBody>
      </p:sp>
      <p:sp>
        <p:nvSpPr>
          <p:cNvPr id="9" name="Slide Number Placeholder 5">
            <a:extLst>
              <a:ext uri="{FF2B5EF4-FFF2-40B4-BE49-F238E27FC236}">
                <a16:creationId xmlns:a16="http://schemas.microsoft.com/office/drawing/2014/main" id="{C465A854-D57F-4704-97A6-7552D1C9EE1F}"/>
              </a:ext>
            </a:extLst>
          </p:cNvPr>
          <p:cNvSpPr>
            <a:spLocks noGrp="1"/>
          </p:cNvSpPr>
          <p:nvPr>
            <p:ph type="sldNum" sz="quarter" idx="12"/>
          </p:nvPr>
        </p:nvSpPr>
        <p:spPr/>
        <p:txBody>
          <a:bodyPr/>
          <a:lstStyle>
            <a:lvl1pPr>
              <a:defRPr/>
            </a:lvl1pPr>
          </a:lstStyle>
          <a:p>
            <a:fld id="{43200DEA-4D7F-4A5D-AFE3-CCFE36347EB8}" type="slidenum">
              <a:rPr lang="pt-BR" smtClean="0"/>
              <a:t>‹nº›</a:t>
            </a:fld>
            <a:endParaRPr lang="pt-BR"/>
          </a:p>
        </p:txBody>
      </p:sp>
      <p:pic>
        <p:nvPicPr>
          <p:cNvPr id="10" name="Imagem 9" descr="Logo Vertical-01.png">
            <a:extLst>
              <a:ext uri="{FF2B5EF4-FFF2-40B4-BE49-F238E27FC236}">
                <a16:creationId xmlns:a16="http://schemas.microsoft.com/office/drawing/2014/main" id="{FEFD82F6-533C-454D-B93F-886C14691286}"/>
              </a:ext>
            </a:extLst>
          </p:cNvPr>
          <p:cNvPicPr>
            <a:picLocks noChangeAspect="1"/>
          </p:cNvPicPr>
          <p:nvPr userDrawn="1"/>
        </p:nvPicPr>
        <p:blipFill rotWithShape="1">
          <a:blip r:embed="rId2"/>
          <a:srcRect l="18037" t="11205" r="14494" b="11920"/>
          <a:stretch/>
        </p:blipFill>
        <p:spPr>
          <a:xfrm>
            <a:off x="10704512" y="116632"/>
            <a:ext cx="1508843" cy="1215456"/>
          </a:xfrm>
          <a:prstGeom prst="rect">
            <a:avLst/>
          </a:prstGeom>
        </p:spPr>
      </p:pic>
    </p:spTree>
    <p:extLst>
      <p:ext uri="{BB962C8B-B14F-4D97-AF65-F5344CB8AC3E}">
        <p14:creationId xmlns:p14="http://schemas.microsoft.com/office/powerpoint/2010/main" val="655114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3">
            <a:extLst>
              <a:ext uri="{FF2B5EF4-FFF2-40B4-BE49-F238E27FC236}">
                <a16:creationId xmlns:a16="http://schemas.microsoft.com/office/drawing/2014/main" id="{E831757A-CB13-47A7-A08D-1F1BDC647852}"/>
              </a:ext>
            </a:extLst>
          </p:cNvPr>
          <p:cNvSpPr>
            <a:spLocks noGrp="1"/>
          </p:cNvSpPr>
          <p:nvPr>
            <p:ph type="dt" sz="half" idx="10"/>
          </p:nvPr>
        </p:nvSpPr>
        <p:spPr/>
        <p:txBody>
          <a:bodyPr/>
          <a:lstStyle>
            <a:lvl1pPr>
              <a:defRPr/>
            </a:lvl1pPr>
          </a:lstStyle>
          <a:p>
            <a:r>
              <a:rPr lang="pt-BR"/>
              <a:t>30/04/2018</a:t>
            </a:r>
            <a:endParaRPr lang="pt-BR" dirty="0"/>
          </a:p>
        </p:txBody>
      </p:sp>
      <p:sp>
        <p:nvSpPr>
          <p:cNvPr id="4" name="Footer Placeholder 4">
            <a:extLst>
              <a:ext uri="{FF2B5EF4-FFF2-40B4-BE49-F238E27FC236}">
                <a16:creationId xmlns:a16="http://schemas.microsoft.com/office/drawing/2014/main" id="{76A7F01C-3D72-4792-ABB1-2B6F51649467}"/>
              </a:ext>
            </a:extLst>
          </p:cNvPr>
          <p:cNvSpPr>
            <a:spLocks noGrp="1"/>
          </p:cNvSpPr>
          <p:nvPr>
            <p:ph type="ftr" sz="quarter" idx="11"/>
          </p:nvPr>
        </p:nvSpPr>
        <p:spPr/>
        <p:txBody>
          <a:bodyPr/>
          <a:lstStyle>
            <a:lvl1pPr>
              <a:defRPr/>
            </a:lvl1pPr>
          </a:lstStyle>
          <a:p>
            <a:r>
              <a:rPr lang="pt-BR"/>
              <a:t>QXD0221, QPC0016 – Interação Humano-Computador</a:t>
            </a:r>
            <a:endParaRPr lang="pt-BR" dirty="0"/>
          </a:p>
        </p:txBody>
      </p:sp>
      <p:sp>
        <p:nvSpPr>
          <p:cNvPr id="5" name="Slide Number Placeholder 5">
            <a:extLst>
              <a:ext uri="{FF2B5EF4-FFF2-40B4-BE49-F238E27FC236}">
                <a16:creationId xmlns:a16="http://schemas.microsoft.com/office/drawing/2014/main" id="{20354516-742B-4411-9552-3FDA52C633DC}"/>
              </a:ext>
            </a:extLst>
          </p:cNvPr>
          <p:cNvSpPr>
            <a:spLocks noGrp="1"/>
          </p:cNvSpPr>
          <p:nvPr>
            <p:ph type="sldNum" sz="quarter" idx="12"/>
          </p:nvPr>
        </p:nvSpPr>
        <p:spPr/>
        <p:txBody>
          <a:bodyPr/>
          <a:lstStyle>
            <a:lvl1pPr>
              <a:defRPr/>
            </a:lvl1pPr>
          </a:lstStyle>
          <a:p>
            <a:fld id="{43200DEA-4D7F-4A5D-AFE3-CCFE36347EB8}" type="slidenum">
              <a:rPr lang="pt-BR" smtClean="0"/>
              <a:pPr/>
              <a:t>‹nº›</a:t>
            </a:fld>
            <a:endParaRPr lang="pt-BR"/>
          </a:p>
        </p:txBody>
      </p:sp>
    </p:spTree>
    <p:extLst>
      <p:ext uri="{BB962C8B-B14F-4D97-AF65-F5344CB8AC3E}">
        <p14:creationId xmlns:p14="http://schemas.microsoft.com/office/powerpoint/2010/main" val="3189282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34E3666-3C0B-4E46-A2E8-ED52BABAD7AA}"/>
              </a:ext>
            </a:extLst>
          </p:cNvPr>
          <p:cNvSpPr>
            <a:spLocks noGrp="1"/>
          </p:cNvSpPr>
          <p:nvPr>
            <p:ph type="dt" sz="half" idx="10"/>
          </p:nvPr>
        </p:nvSpPr>
        <p:spPr/>
        <p:txBody>
          <a:bodyPr/>
          <a:lstStyle>
            <a:lvl1pPr>
              <a:defRPr/>
            </a:lvl1pPr>
          </a:lstStyle>
          <a:p>
            <a:r>
              <a:rPr lang="pt-BR"/>
              <a:t>30/04/2018</a:t>
            </a:r>
            <a:endParaRPr lang="pt-BR" dirty="0"/>
          </a:p>
        </p:txBody>
      </p:sp>
      <p:sp>
        <p:nvSpPr>
          <p:cNvPr id="3" name="Footer Placeholder 4">
            <a:extLst>
              <a:ext uri="{FF2B5EF4-FFF2-40B4-BE49-F238E27FC236}">
                <a16:creationId xmlns:a16="http://schemas.microsoft.com/office/drawing/2014/main" id="{3F4BDA6D-BC34-4305-AE26-D4AD31A2431E}"/>
              </a:ext>
            </a:extLst>
          </p:cNvPr>
          <p:cNvSpPr>
            <a:spLocks noGrp="1"/>
          </p:cNvSpPr>
          <p:nvPr>
            <p:ph type="ftr" sz="quarter" idx="11"/>
          </p:nvPr>
        </p:nvSpPr>
        <p:spPr/>
        <p:txBody>
          <a:bodyPr/>
          <a:lstStyle>
            <a:lvl1pPr>
              <a:defRPr/>
            </a:lvl1pPr>
          </a:lstStyle>
          <a:p>
            <a:r>
              <a:rPr lang="pt-BR"/>
              <a:t>QXD0221, QPC0016 – Interação Humano-Computador</a:t>
            </a:r>
            <a:endParaRPr lang="pt-BR" dirty="0"/>
          </a:p>
        </p:txBody>
      </p:sp>
      <p:sp>
        <p:nvSpPr>
          <p:cNvPr id="4" name="Slide Number Placeholder 5">
            <a:extLst>
              <a:ext uri="{FF2B5EF4-FFF2-40B4-BE49-F238E27FC236}">
                <a16:creationId xmlns:a16="http://schemas.microsoft.com/office/drawing/2014/main" id="{92C420C5-2F3B-4F54-A99D-D522138B6759}"/>
              </a:ext>
            </a:extLst>
          </p:cNvPr>
          <p:cNvSpPr>
            <a:spLocks noGrp="1"/>
          </p:cNvSpPr>
          <p:nvPr>
            <p:ph type="sldNum" sz="quarter" idx="12"/>
          </p:nvPr>
        </p:nvSpPr>
        <p:spPr/>
        <p:txBody>
          <a:bodyPr/>
          <a:lstStyle>
            <a:lvl1pPr>
              <a:defRPr/>
            </a:lvl1pPr>
          </a:lstStyle>
          <a:p>
            <a:fld id="{43200DEA-4D7F-4A5D-AFE3-CCFE36347EB8}" type="slidenum">
              <a:rPr lang="pt-BR" smtClean="0"/>
              <a:pPr/>
              <a:t>‹nº›</a:t>
            </a:fld>
            <a:endParaRPr lang="pt-BR"/>
          </a:p>
        </p:txBody>
      </p:sp>
    </p:spTree>
    <p:extLst>
      <p:ext uri="{BB962C8B-B14F-4D97-AF65-F5344CB8AC3E}">
        <p14:creationId xmlns:p14="http://schemas.microsoft.com/office/powerpoint/2010/main" val="2829535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323558" y="577516"/>
            <a:ext cx="4448468" cy="1479883"/>
          </a:xfrm>
        </p:spPr>
        <p:txBody>
          <a:bodyPr anchor="b"/>
          <a:lstStyle>
            <a:lvl1pPr>
              <a:defRPr sz="3200"/>
            </a:lvl1pPr>
          </a:lstStyle>
          <a:p>
            <a:r>
              <a:rPr lang="pt-BR"/>
              <a:t>Clique para editar o título Mestre</a:t>
            </a:r>
            <a:endParaRPr lang="en-US" dirty="0"/>
          </a:p>
        </p:txBody>
      </p:sp>
      <p:sp>
        <p:nvSpPr>
          <p:cNvPr id="3" name="Content Placeholder 2"/>
          <p:cNvSpPr>
            <a:spLocks noGrp="1"/>
          </p:cNvSpPr>
          <p:nvPr>
            <p:ph idx="1"/>
          </p:nvPr>
        </p:nvSpPr>
        <p:spPr>
          <a:xfrm>
            <a:off x="4908884" y="577517"/>
            <a:ext cx="6959558" cy="528353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323558" y="2057400"/>
            <a:ext cx="444846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3">
            <a:extLst>
              <a:ext uri="{FF2B5EF4-FFF2-40B4-BE49-F238E27FC236}">
                <a16:creationId xmlns:a16="http://schemas.microsoft.com/office/drawing/2014/main" id="{C4B20430-F28F-47E3-B6B6-AA42325316ED}"/>
              </a:ext>
            </a:extLst>
          </p:cNvPr>
          <p:cNvSpPr>
            <a:spLocks noGrp="1"/>
          </p:cNvSpPr>
          <p:nvPr>
            <p:ph type="dt" sz="half" idx="10"/>
          </p:nvPr>
        </p:nvSpPr>
        <p:spPr/>
        <p:txBody>
          <a:bodyPr/>
          <a:lstStyle>
            <a:lvl1pPr>
              <a:defRPr/>
            </a:lvl1pPr>
          </a:lstStyle>
          <a:p>
            <a:r>
              <a:rPr lang="pt-BR"/>
              <a:t>30/04/2018</a:t>
            </a:r>
            <a:endParaRPr lang="pt-BR" dirty="0"/>
          </a:p>
        </p:txBody>
      </p:sp>
      <p:sp>
        <p:nvSpPr>
          <p:cNvPr id="6" name="Footer Placeholder 4">
            <a:extLst>
              <a:ext uri="{FF2B5EF4-FFF2-40B4-BE49-F238E27FC236}">
                <a16:creationId xmlns:a16="http://schemas.microsoft.com/office/drawing/2014/main" id="{D2EFB09E-CAE8-4F63-9BAE-93D20BD7F093}"/>
              </a:ext>
            </a:extLst>
          </p:cNvPr>
          <p:cNvSpPr>
            <a:spLocks noGrp="1"/>
          </p:cNvSpPr>
          <p:nvPr>
            <p:ph type="ftr" sz="quarter" idx="11"/>
          </p:nvPr>
        </p:nvSpPr>
        <p:spPr/>
        <p:txBody>
          <a:bodyPr/>
          <a:lstStyle>
            <a:lvl1pPr>
              <a:defRPr/>
            </a:lvl1pPr>
          </a:lstStyle>
          <a:p>
            <a:r>
              <a:rPr lang="pt-BR"/>
              <a:t>QXD0221, QPC0016 – Interação Humano-Computador</a:t>
            </a:r>
            <a:endParaRPr lang="pt-BR" dirty="0"/>
          </a:p>
        </p:txBody>
      </p:sp>
      <p:sp>
        <p:nvSpPr>
          <p:cNvPr id="7" name="Slide Number Placeholder 5">
            <a:extLst>
              <a:ext uri="{FF2B5EF4-FFF2-40B4-BE49-F238E27FC236}">
                <a16:creationId xmlns:a16="http://schemas.microsoft.com/office/drawing/2014/main" id="{B3F35FDE-61F3-4089-81EF-360FAB0CFD1A}"/>
              </a:ext>
            </a:extLst>
          </p:cNvPr>
          <p:cNvSpPr>
            <a:spLocks noGrp="1"/>
          </p:cNvSpPr>
          <p:nvPr>
            <p:ph type="sldNum" sz="quarter" idx="12"/>
          </p:nvPr>
        </p:nvSpPr>
        <p:spPr/>
        <p:txBody>
          <a:bodyPr/>
          <a:lstStyle>
            <a:lvl1pPr>
              <a:defRPr/>
            </a:lvl1pPr>
          </a:lstStyle>
          <a:p>
            <a:fld id="{43200DEA-4D7F-4A5D-AFE3-CCFE36347EB8}" type="slidenum">
              <a:rPr lang="pt-BR" smtClean="0"/>
              <a:t>‹nº›</a:t>
            </a:fld>
            <a:endParaRPr lang="pt-BR"/>
          </a:p>
        </p:txBody>
      </p:sp>
      <p:pic>
        <p:nvPicPr>
          <p:cNvPr id="8" name="Imagem 7" descr="Logo Vertical-01.png">
            <a:extLst>
              <a:ext uri="{FF2B5EF4-FFF2-40B4-BE49-F238E27FC236}">
                <a16:creationId xmlns:a16="http://schemas.microsoft.com/office/drawing/2014/main" id="{3C2C1D80-849F-431B-BB45-CF696E5F1A79}"/>
              </a:ext>
            </a:extLst>
          </p:cNvPr>
          <p:cNvPicPr>
            <a:picLocks noChangeAspect="1"/>
          </p:cNvPicPr>
          <p:nvPr userDrawn="1"/>
        </p:nvPicPr>
        <p:blipFill rotWithShape="1">
          <a:blip r:embed="rId2"/>
          <a:srcRect l="18037" t="11205" r="14494" b="11920"/>
          <a:stretch/>
        </p:blipFill>
        <p:spPr>
          <a:xfrm>
            <a:off x="10704512" y="116632"/>
            <a:ext cx="1508843" cy="1215456"/>
          </a:xfrm>
          <a:prstGeom prst="rect">
            <a:avLst/>
          </a:prstGeom>
        </p:spPr>
      </p:pic>
    </p:spTree>
    <p:extLst>
      <p:ext uri="{BB962C8B-B14F-4D97-AF65-F5344CB8AC3E}">
        <p14:creationId xmlns:p14="http://schemas.microsoft.com/office/powerpoint/2010/main" val="402239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magem com Legenda">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4ECB7FB-98BD-4B4A-84FF-47E1A7C9D5A7}"/>
              </a:ext>
            </a:extLst>
          </p:cNvPr>
          <p:cNvSpPr txBox="1">
            <a:spLocks/>
          </p:cNvSpPr>
          <p:nvPr/>
        </p:nvSpPr>
        <p:spPr>
          <a:xfrm>
            <a:off x="323850" y="577850"/>
            <a:ext cx="4448175" cy="1479550"/>
          </a:xfrm>
          <a:prstGeom prst="rect">
            <a:avLst/>
          </a:prstGeom>
        </p:spPr>
        <p:txBody>
          <a:bodyPr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fontAlgn="auto">
              <a:spcAft>
                <a:spcPts val="0"/>
              </a:spcAft>
              <a:defRPr/>
            </a:pPr>
            <a:r>
              <a:rPr lang="pt-BR"/>
              <a:t>Clique para editar o título Mestre</a:t>
            </a:r>
            <a:endParaRPr lang="en-US" dirty="0"/>
          </a:p>
        </p:txBody>
      </p:sp>
      <p:sp>
        <p:nvSpPr>
          <p:cNvPr id="3" name="Picture Placeholder 2"/>
          <p:cNvSpPr>
            <a:spLocks noGrp="1" noChangeAspect="1"/>
          </p:cNvSpPr>
          <p:nvPr>
            <p:ph type="pic" idx="1"/>
          </p:nvPr>
        </p:nvSpPr>
        <p:spPr>
          <a:xfrm>
            <a:off x="4940968" y="987425"/>
            <a:ext cx="6927474"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pt-BR" noProof="0"/>
              <a:t>Clique no ícone para adicionar uma imagem</a:t>
            </a:r>
            <a:endParaRPr lang="en-US" noProof="0" dirty="0"/>
          </a:p>
        </p:txBody>
      </p:sp>
      <p:sp>
        <p:nvSpPr>
          <p:cNvPr id="9" name="Text Placeholder 3">
            <a:extLst>
              <a:ext uri="{FF2B5EF4-FFF2-40B4-BE49-F238E27FC236}">
                <a16:creationId xmlns:a16="http://schemas.microsoft.com/office/drawing/2014/main" id="{9AABF984-BD12-4A1E-BE7D-02AC9CE9FBF5}"/>
              </a:ext>
            </a:extLst>
          </p:cNvPr>
          <p:cNvSpPr>
            <a:spLocks noGrp="1"/>
          </p:cNvSpPr>
          <p:nvPr>
            <p:ph type="body" sz="half" idx="13"/>
          </p:nvPr>
        </p:nvSpPr>
        <p:spPr>
          <a:xfrm>
            <a:off x="323558" y="2057400"/>
            <a:ext cx="444846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a:extLst>
              <a:ext uri="{FF2B5EF4-FFF2-40B4-BE49-F238E27FC236}">
                <a16:creationId xmlns:a16="http://schemas.microsoft.com/office/drawing/2014/main" id="{797C04E7-20E6-4648-83BB-A6ED4352D85F}"/>
              </a:ext>
            </a:extLst>
          </p:cNvPr>
          <p:cNvSpPr>
            <a:spLocks noGrp="1"/>
          </p:cNvSpPr>
          <p:nvPr>
            <p:ph type="dt" sz="half" idx="14"/>
          </p:nvPr>
        </p:nvSpPr>
        <p:spPr/>
        <p:txBody>
          <a:bodyPr/>
          <a:lstStyle>
            <a:lvl1pPr>
              <a:defRPr/>
            </a:lvl1pPr>
          </a:lstStyle>
          <a:p>
            <a:r>
              <a:rPr lang="pt-BR"/>
              <a:t>30/04/2018</a:t>
            </a:r>
            <a:endParaRPr lang="pt-BR" dirty="0"/>
          </a:p>
        </p:txBody>
      </p:sp>
      <p:sp>
        <p:nvSpPr>
          <p:cNvPr id="6" name="Footer Placeholder 5">
            <a:extLst>
              <a:ext uri="{FF2B5EF4-FFF2-40B4-BE49-F238E27FC236}">
                <a16:creationId xmlns:a16="http://schemas.microsoft.com/office/drawing/2014/main" id="{01092A73-4C95-49CF-9188-CF6C08EAD8D0}"/>
              </a:ext>
            </a:extLst>
          </p:cNvPr>
          <p:cNvSpPr>
            <a:spLocks noGrp="1"/>
          </p:cNvSpPr>
          <p:nvPr>
            <p:ph type="ftr" sz="quarter" idx="15"/>
          </p:nvPr>
        </p:nvSpPr>
        <p:spPr/>
        <p:txBody>
          <a:bodyPr/>
          <a:lstStyle>
            <a:lvl1pPr>
              <a:defRPr/>
            </a:lvl1pPr>
          </a:lstStyle>
          <a:p>
            <a:r>
              <a:rPr lang="pt-BR"/>
              <a:t>QXD0221, QPC0016 – Interação Humano-Computador</a:t>
            </a:r>
            <a:endParaRPr lang="pt-BR" dirty="0"/>
          </a:p>
        </p:txBody>
      </p:sp>
      <p:sp>
        <p:nvSpPr>
          <p:cNvPr id="7" name="Slide Number Placeholder 6">
            <a:extLst>
              <a:ext uri="{FF2B5EF4-FFF2-40B4-BE49-F238E27FC236}">
                <a16:creationId xmlns:a16="http://schemas.microsoft.com/office/drawing/2014/main" id="{F7DF93A4-30BB-4B46-BDB8-22185A619C6D}"/>
              </a:ext>
            </a:extLst>
          </p:cNvPr>
          <p:cNvSpPr>
            <a:spLocks noGrp="1"/>
          </p:cNvSpPr>
          <p:nvPr>
            <p:ph type="sldNum" sz="quarter" idx="16"/>
          </p:nvPr>
        </p:nvSpPr>
        <p:spPr/>
        <p:txBody>
          <a:bodyPr/>
          <a:lstStyle>
            <a:lvl1pPr>
              <a:defRPr/>
            </a:lvl1pPr>
          </a:lstStyle>
          <a:p>
            <a:fld id="{43200DEA-4D7F-4A5D-AFE3-CCFE36347EB8}" type="slidenum">
              <a:rPr lang="pt-BR" smtClean="0"/>
              <a:pPr/>
              <a:t>‹nº›</a:t>
            </a:fld>
            <a:endParaRPr lang="pt-BR"/>
          </a:p>
        </p:txBody>
      </p:sp>
    </p:spTree>
    <p:extLst>
      <p:ext uri="{BB962C8B-B14F-4D97-AF65-F5344CB8AC3E}">
        <p14:creationId xmlns:p14="http://schemas.microsoft.com/office/powerpoint/2010/main" val="2799726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a:extLst>
              <a:ext uri="{FF2B5EF4-FFF2-40B4-BE49-F238E27FC236}">
                <a16:creationId xmlns:a16="http://schemas.microsoft.com/office/drawing/2014/main" id="{D1219C20-317E-4A94-9B89-2780722BE23D}"/>
              </a:ext>
            </a:extLst>
          </p:cNvPr>
          <p:cNvSpPr>
            <a:spLocks noGrp="1"/>
          </p:cNvSpPr>
          <p:nvPr>
            <p:ph type="dt" sz="half" idx="10"/>
          </p:nvPr>
        </p:nvSpPr>
        <p:spPr/>
        <p:txBody>
          <a:bodyPr/>
          <a:lstStyle>
            <a:lvl1pPr>
              <a:defRPr/>
            </a:lvl1pPr>
          </a:lstStyle>
          <a:p>
            <a:r>
              <a:rPr lang="pt-BR"/>
              <a:t>30/04/2018</a:t>
            </a:r>
            <a:endParaRPr lang="pt-BR" dirty="0"/>
          </a:p>
        </p:txBody>
      </p:sp>
      <p:sp>
        <p:nvSpPr>
          <p:cNvPr id="5" name="Footer Placeholder 4">
            <a:extLst>
              <a:ext uri="{FF2B5EF4-FFF2-40B4-BE49-F238E27FC236}">
                <a16:creationId xmlns:a16="http://schemas.microsoft.com/office/drawing/2014/main" id="{712BD835-CC18-4BF6-9159-C020DCF14687}"/>
              </a:ext>
            </a:extLst>
          </p:cNvPr>
          <p:cNvSpPr>
            <a:spLocks noGrp="1"/>
          </p:cNvSpPr>
          <p:nvPr>
            <p:ph type="ftr" sz="quarter" idx="11"/>
          </p:nvPr>
        </p:nvSpPr>
        <p:spPr/>
        <p:txBody>
          <a:bodyPr/>
          <a:lstStyle>
            <a:lvl1pPr>
              <a:defRPr/>
            </a:lvl1pPr>
          </a:lstStyle>
          <a:p>
            <a:r>
              <a:rPr lang="pt-BR"/>
              <a:t>QXD0221, QPC0016 – Interação Humano-Computador</a:t>
            </a:r>
            <a:endParaRPr lang="pt-BR" dirty="0"/>
          </a:p>
        </p:txBody>
      </p:sp>
      <p:sp>
        <p:nvSpPr>
          <p:cNvPr id="6" name="Slide Number Placeholder 5">
            <a:extLst>
              <a:ext uri="{FF2B5EF4-FFF2-40B4-BE49-F238E27FC236}">
                <a16:creationId xmlns:a16="http://schemas.microsoft.com/office/drawing/2014/main" id="{9338B865-254A-4F93-9D5D-F25FCBD7E87E}"/>
              </a:ext>
            </a:extLst>
          </p:cNvPr>
          <p:cNvSpPr>
            <a:spLocks noGrp="1"/>
          </p:cNvSpPr>
          <p:nvPr>
            <p:ph type="sldNum" sz="quarter" idx="12"/>
          </p:nvPr>
        </p:nvSpPr>
        <p:spPr/>
        <p:txBody>
          <a:bodyPr/>
          <a:lstStyle>
            <a:lvl1pPr>
              <a:defRPr/>
            </a:lvl1pPr>
          </a:lstStyle>
          <a:p>
            <a:fld id="{43200DEA-4D7F-4A5D-AFE3-CCFE36347EB8}" type="slidenum">
              <a:rPr lang="pt-BR" smtClean="0"/>
              <a:pPr/>
              <a:t>‹nº›</a:t>
            </a:fld>
            <a:endParaRPr lang="pt-BR"/>
          </a:p>
        </p:txBody>
      </p:sp>
    </p:spTree>
    <p:extLst>
      <p:ext uri="{BB962C8B-B14F-4D97-AF65-F5344CB8AC3E}">
        <p14:creationId xmlns:p14="http://schemas.microsoft.com/office/powerpoint/2010/main" val="4207663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529389"/>
            <a:ext cx="3143543" cy="5647574"/>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323557" y="529389"/>
            <a:ext cx="8248943" cy="5647574"/>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a:extLst>
              <a:ext uri="{FF2B5EF4-FFF2-40B4-BE49-F238E27FC236}">
                <a16:creationId xmlns:a16="http://schemas.microsoft.com/office/drawing/2014/main" id="{EB091986-A0B6-4B85-8B94-36698A395164}"/>
              </a:ext>
            </a:extLst>
          </p:cNvPr>
          <p:cNvSpPr>
            <a:spLocks noGrp="1"/>
          </p:cNvSpPr>
          <p:nvPr>
            <p:ph type="dt" sz="half" idx="10"/>
          </p:nvPr>
        </p:nvSpPr>
        <p:spPr/>
        <p:txBody>
          <a:bodyPr/>
          <a:lstStyle>
            <a:lvl1pPr>
              <a:defRPr/>
            </a:lvl1pPr>
          </a:lstStyle>
          <a:p>
            <a:r>
              <a:rPr lang="pt-BR"/>
              <a:t>30/04/2018</a:t>
            </a:r>
            <a:endParaRPr lang="pt-BR" dirty="0"/>
          </a:p>
        </p:txBody>
      </p:sp>
      <p:sp>
        <p:nvSpPr>
          <p:cNvPr id="5" name="Footer Placeholder 4">
            <a:extLst>
              <a:ext uri="{FF2B5EF4-FFF2-40B4-BE49-F238E27FC236}">
                <a16:creationId xmlns:a16="http://schemas.microsoft.com/office/drawing/2014/main" id="{FA05810A-D584-40C5-9A71-9D6111316AD3}"/>
              </a:ext>
            </a:extLst>
          </p:cNvPr>
          <p:cNvSpPr>
            <a:spLocks noGrp="1"/>
          </p:cNvSpPr>
          <p:nvPr>
            <p:ph type="ftr" sz="quarter" idx="11"/>
          </p:nvPr>
        </p:nvSpPr>
        <p:spPr/>
        <p:txBody>
          <a:bodyPr/>
          <a:lstStyle>
            <a:lvl1pPr>
              <a:defRPr/>
            </a:lvl1pPr>
          </a:lstStyle>
          <a:p>
            <a:r>
              <a:rPr lang="pt-BR"/>
              <a:t>QXD0221, QPC0016 – Interação Humano-Computador</a:t>
            </a:r>
            <a:endParaRPr lang="pt-BR" dirty="0"/>
          </a:p>
        </p:txBody>
      </p:sp>
      <p:sp>
        <p:nvSpPr>
          <p:cNvPr id="6" name="Slide Number Placeholder 5">
            <a:extLst>
              <a:ext uri="{FF2B5EF4-FFF2-40B4-BE49-F238E27FC236}">
                <a16:creationId xmlns:a16="http://schemas.microsoft.com/office/drawing/2014/main" id="{F30A4568-3BDD-4304-8FEE-9178652656DD}"/>
              </a:ext>
            </a:extLst>
          </p:cNvPr>
          <p:cNvSpPr>
            <a:spLocks noGrp="1"/>
          </p:cNvSpPr>
          <p:nvPr>
            <p:ph type="sldNum" sz="quarter" idx="12"/>
          </p:nvPr>
        </p:nvSpPr>
        <p:spPr/>
        <p:txBody>
          <a:bodyPr/>
          <a:lstStyle>
            <a:lvl1pPr>
              <a:defRPr/>
            </a:lvl1pPr>
          </a:lstStyle>
          <a:p>
            <a:fld id="{43200DEA-4D7F-4A5D-AFE3-CCFE36347EB8}" type="slidenum">
              <a:rPr lang="pt-BR" smtClean="0"/>
              <a:pPr/>
              <a:t>‹nº›</a:t>
            </a:fld>
            <a:endParaRPr lang="pt-BR"/>
          </a:p>
        </p:txBody>
      </p:sp>
    </p:spTree>
    <p:extLst>
      <p:ext uri="{BB962C8B-B14F-4D97-AF65-F5344CB8AC3E}">
        <p14:creationId xmlns:p14="http://schemas.microsoft.com/office/powerpoint/2010/main" val="973435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057E057-6DD5-435A-9328-02D86E0DA963}"/>
              </a:ext>
            </a:extLst>
          </p:cNvPr>
          <p:cNvSpPr>
            <a:spLocks noGrp="1" noChangeArrowheads="1"/>
          </p:cNvSpPr>
          <p:nvPr>
            <p:ph type="title"/>
          </p:nvPr>
        </p:nvSpPr>
        <p:spPr bwMode="auto">
          <a:xfrm>
            <a:off x="323850" y="592138"/>
            <a:ext cx="11534775"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t-BR" altLang="pt-BR"/>
              <a:t>Clique para editar o título Mestre</a:t>
            </a:r>
            <a:endParaRPr lang="en-US" altLang="pt-BR"/>
          </a:p>
        </p:txBody>
      </p:sp>
      <p:sp>
        <p:nvSpPr>
          <p:cNvPr id="1027" name="Text Placeholder 2">
            <a:extLst>
              <a:ext uri="{FF2B5EF4-FFF2-40B4-BE49-F238E27FC236}">
                <a16:creationId xmlns:a16="http://schemas.microsoft.com/office/drawing/2014/main" id="{DDF07BB5-4F57-4E17-B0E5-8CCE7E26BE15}"/>
              </a:ext>
            </a:extLst>
          </p:cNvPr>
          <p:cNvSpPr>
            <a:spLocks noGrp="1" noChangeArrowheads="1"/>
          </p:cNvSpPr>
          <p:nvPr>
            <p:ph type="body" idx="1"/>
          </p:nvPr>
        </p:nvSpPr>
        <p:spPr bwMode="auto">
          <a:xfrm>
            <a:off x="323850" y="1825625"/>
            <a:ext cx="11534775"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t-BR" altLang="pt-BR"/>
              <a:t>Clique para editar os estilos de texto Mestres</a:t>
            </a:r>
          </a:p>
          <a:p>
            <a:pPr lvl="1"/>
            <a:r>
              <a:rPr lang="pt-BR" altLang="pt-BR"/>
              <a:t>Segundo nível</a:t>
            </a:r>
          </a:p>
          <a:p>
            <a:pPr lvl="2"/>
            <a:r>
              <a:rPr lang="pt-BR" altLang="pt-BR"/>
              <a:t>Terceiro nível</a:t>
            </a:r>
          </a:p>
          <a:p>
            <a:pPr lvl="3"/>
            <a:r>
              <a:rPr lang="pt-BR" altLang="pt-BR"/>
              <a:t>Quarto nível</a:t>
            </a:r>
          </a:p>
          <a:p>
            <a:pPr lvl="4"/>
            <a:r>
              <a:rPr lang="pt-BR" altLang="pt-BR"/>
              <a:t>Quinto nível</a:t>
            </a:r>
            <a:endParaRPr lang="en-US" altLang="pt-BR"/>
          </a:p>
        </p:txBody>
      </p:sp>
      <p:sp>
        <p:nvSpPr>
          <p:cNvPr id="4" name="Date Placeholder 3">
            <a:extLst>
              <a:ext uri="{FF2B5EF4-FFF2-40B4-BE49-F238E27FC236}">
                <a16:creationId xmlns:a16="http://schemas.microsoft.com/office/drawing/2014/main" id="{9427F19E-AA12-4220-9C77-3B410A9E0FFD}"/>
              </a:ext>
            </a:extLst>
          </p:cNvPr>
          <p:cNvSpPr>
            <a:spLocks noGrp="1"/>
          </p:cNvSpPr>
          <p:nvPr>
            <p:ph type="dt" sz="half" idx="2"/>
          </p:nvPr>
        </p:nvSpPr>
        <p:spPr>
          <a:xfrm>
            <a:off x="32385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bg1"/>
                </a:solidFill>
                <a:latin typeface="+mn-lt"/>
              </a:defRPr>
            </a:lvl1pPr>
          </a:lstStyle>
          <a:p>
            <a:r>
              <a:rPr lang="pt-BR"/>
              <a:t>30/04/2018</a:t>
            </a:r>
            <a:endParaRPr lang="pt-BR" dirty="0"/>
          </a:p>
        </p:txBody>
      </p:sp>
      <p:sp>
        <p:nvSpPr>
          <p:cNvPr id="5" name="Footer Placeholder 4">
            <a:extLst>
              <a:ext uri="{FF2B5EF4-FFF2-40B4-BE49-F238E27FC236}">
                <a16:creationId xmlns:a16="http://schemas.microsoft.com/office/drawing/2014/main" id="{B656E4F2-A56F-4B7E-8B77-448ADFE5E5A0}"/>
              </a:ext>
            </a:extLst>
          </p:cNvPr>
          <p:cNvSpPr>
            <a:spLocks noGrp="1"/>
          </p:cNvSpPr>
          <p:nvPr>
            <p:ph type="ftr" sz="quarter" idx="3"/>
          </p:nvPr>
        </p:nvSpPr>
        <p:spPr>
          <a:xfrm>
            <a:off x="3192463" y="6356350"/>
            <a:ext cx="7218362" cy="365125"/>
          </a:xfrm>
          <a:prstGeom prst="rect">
            <a:avLst/>
          </a:prstGeom>
        </p:spPr>
        <p:txBody>
          <a:bodyPr vert="horz" lIns="91440" tIns="45720" rIns="91440" bIns="45720" rtlCol="0" anchor="ctr"/>
          <a:lstStyle>
            <a:lvl1pPr algn="ctr" eaLnBrk="1" fontAlgn="auto" hangingPunct="1">
              <a:spcBef>
                <a:spcPts val="0"/>
              </a:spcBef>
              <a:spcAft>
                <a:spcPts val="0"/>
              </a:spcAft>
              <a:defRPr sz="1200" dirty="0">
                <a:solidFill>
                  <a:schemeClr val="tx1">
                    <a:tint val="75000"/>
                  </a:schemeClr>
                </a:solidFill>
                <a:latin typeface="+mn-lt"/>
              </a:defRPr>
            </a:lvl1pPr>
          </a:lstStyle>
          <a:p>
            <a:r>
              <a:rPr lang="pt-BR"/>
              <a:t>QXD0221, QPC0016 – Interação Humano-Computador</a:t>
            </a:r>
            <a:endParaRPr lang="pt-BR" dirty="0"/>
          </a:p>
        </p:txBody>
      </p:sp>
      <p:sp>
        <p:nvSpPr>
          <p:cNvPr id="6" name="Slide Number Placeholder 5">
            <a:extLst>
              <a:ext uri="{FF2B5EF4-FFF2-40B4-BE49-F238E27FC236}">
                <a16:creationId xmlns:a16="http://schemas.microsoft.com/office/drawing/2014/main" id="{BD943A64-EC09-41CB-8F13-3953F110DFBE}"/>
              </a:ext>
            </a:extLst>
          </p:cNvPr>
          <p:cNvSpPr>
            <a:spLocks noGrp="1"/>
          </p:cNvSpPr>
          <p:nvPr>
            <p:ph type="sldNum" sz="quarter" idx="4"/>
          </p:nvPr>
        </p:nvSpPr>
        <p:spPr>
          <a:xfrm>
            <a:off x="9124950" y="47625"/>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fld id="{43200DEA-4D7F-4A5D-AFE3-CCFE36347EB8}" type="slidenum">
              <a:rPr lang="pt-BR" smtClean="0"/>
              <a:pPr/>
              <a:t>‹nº›</a:t>
            </a:fld>
            <a:endParaRPr lang="pt-BR"/>
          </a:p>
        </p:txBody>
      </p:sp>
    </p:spTree>
    <p:extLst>
      <p:ext uri="{BB962C8B-B14F-4D97-AF65-F5344CB8AC3E}">
        <p14:creationId xmlns:p14="http://schemas.microsoft.com/office/powerpoint/2010/main" val="3821677645"/>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hf hd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www2.serg.inf.puc-rio.br/index.php/published-work/302--uma-introducao-a-engenharia-semiotica-conceitos-e-metodos" TargetMode="External"/><Relationship Id="rId2" Type="http://schemas.openxmlformats.org/officeDocument/2006/relationships/image" Target="../media/image7.jpeg"/><Relationship Id="rId1" Type="http://schemas.openxmlformats.org/officeDocument/2006/relationships/slideLayout" Target="../slideLayouts/slideLayout4.xml"/><Relationship Id="rId4" Type="http://schemas.openxmlformats.org/officeDocument/2006/relationships/hyperlink" Target="https://play.google.com/store/apps/details?id=macapp.ufam.icet.com.ma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fontScale="90000"/>
          </a:bodyPr>
          <a:lstStyle/>
          <a:p>
            <a:br>
              <a:rPr lang="pt-BR" dirty="0"/>
            </a:br>
            <a:br>
              <a:rPr lang="pt-BR" sz="2200" dirty="0"/>
            </a:br>
            <a:r>
              <a:rPr lang="pt-BR" dirty="0"/>
              <a:t>Método de avaliação da comunicabilidade (MAC)</a:t>
            </a:r>
          </a:p>
        </p:txBody>
      </p:sp>
      <p:sp>
        <p:nvSpPr>
          <p:cNvPr id="3" name="Subtítulo 2"/>
          <p:cNvSpPr>
            <a:spLocks noGrp="1"/>
          </p:cNvSpPr>
          <p:nvPr>
            <p:ph type="subTitle" idx="1"/>
          </p:nvPr>
        </p:nvSpPr>
        <p:spPr/>
        <p:txBody>
          <a:bodyPr anchor="b"/>
          <a:lstStyle/>
          <a:p>
            <a:pPr>
              <a:lnSpc>
                <a:spcPct val="100000"/>
              </a:lnSpc>
              <a:spcBef>
                <a:spcPts val="0"/>
              </a:spcBef>
            </a:pPr>
            <a:r>
              <a:rPr lang="pt-BR" dirty="0"/>
              <a:t>Ingrid Teixeira Monteiro</a:t>
            </a:r>
          </a:p>
          <a:p>
            <a:pPr>
              <a:lnSpc>
                <a:spcPct val="100000"/>
              </a:lnSpc>
              <a:spcBef>
                <a:spcPts val="0"/>
              </a:spcBef>
            </a:pPr>
            <a:r>
              <a:rPr lang="pt-BR" sz="2000" b="1" dirty="0">
                <a:solidFill>
                  <a:srgbClr val="010066"/>
                </a:solidFill>
              </a:rPr>
              <a:t>QXD0221, QPC0016 – Interação Humano-Computador</a:t>
            </a:r>
          </a:p>
        </p:txBody>
      </p:sp>
    </p:spTree>
    <p:extLst>
      <p:ext uri="{BB962C8B-B14F-4D97-AF65-F5344CB8AC3E}">
        <p14:creationId xmlns:p14="http://schemas.microsoft.com/office/powerpoint/2010/main" val="3716830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600" dirty="0"/>
              <a:t>Que tipo de método?</a:t>
            </a:r>
          </a:p>
        </p:txBody>
      </p:sp>
      <p:sp>
        <p:nvSpPr>
          <p:cNvPr id="3" name="Espaço Reservado para Conteúdo 2"/>
          <p:cNvSpPr>
            <a:spLocks noGrp="1"/>
          </p:cNvSpPr>
          <p:nvPr>
            <p:ph idx="1"/>
          </p:nvPr>
        </p:nvSpPr>
        <p:spPr/>
        <p:txBody>
          <a:bodyPr/>
          <a:lstStyle/>
          <a:p>
            <a:endParaRPr lang="pt-BR"/>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2</a:t>
            </a:fld>
            <a:endParaRPr lang="pt-BR"/>
          </a:p>
        </p:txBody>
      </p:sp>
      <p:graphicFrame>
        <p:nvGraphicFramePr>
          <p:cNvPr id="7" name="Espaço Reservado para Conteúdo 9"/>
          <p:cNvGraphicFramePr>
            <a:graphicFrameLocks/>
          </p:cNvGraphicFramePr>
          <p:nvPr>
            <p:extLst>
              <p:ext uri="{D42A27DB-BD31-4B8C-83A1-F6EECF244321}">
                <p14:modId xmlns:p14="http://schemas.microsoft.com/office/powerpoint/2010/main" val="3207761201"/>
              </p:ext>
            </p:extLst>
          </p:nvPr>
        </p:nvGraphicFramePr>
        <p:xfrm>
          <a:off x="1981200" y="836712"/>
          <a:ext cx="9083352" cy="5519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19380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Método de Avaliação de Comunicabilidade (MAC)</a:t>
            </a:r>
          </a:p>
        </p:txBody>
      </p:sp>
      <p:sp>
        <p:nvSpPr>
          <p:cNvPr id="3" name="Espaço Reservado para Conteúdo 2"/>
          <p:cNvSpPr>
            <a:spLocks noGrp="1"/>
          </p:cNvSpPr>
          <p:nvPr>
            <p:ph idx="1"/>
          </p:nvPr>
        </p:nvSpPr>
        <p:spPr/>
        <p:txBody>
          <a:bodyPr>
            <a:normAutofit fontScale="92500" lnSpcReduction="10000"/>
          </a:bodyPr>
          <a:lstStyle/>
          <a:p>
            <a:r>
              <a:rPr lang="pt-BR" dirty="0"/>
              <a:t>O método de avaliação da comunicabilidade tem como fundamentação teórica a </a:t>
            </a:r>
            <a:r>
              <a:rPr lang="pt-BR" b="1" dirty="0"/>
              <a:t>engenharia semiótica</a:t>
            </a:r>
          </a:p>
          <a:p>
            <a:r>
              <a:rPr lang="pt-BR" dirty="0"/>
              <a:t>O MAC avalia a </a:t>
            </a:r>
            <a:r>
              <a:rPr lang="pt-BR" b="1" dirty="0"/>
              <a:t>qualidade da recepção </a:t>
            </a:r>
            <a:r>
              <a:rPr lang="pt-BR" dirty="0"/>
              <a:t>da metacomunicação do designer</a:t>
            </a:r>
          </a:p>
          <a:p>
            <a:r>
              <a:rPr lang="pt-BR" dirty="0"/>
              <a:t>O foco da análise abrange os </a:t>
            </a:r>
            <a:r>
              <a:rPr lang="pt-BR" b="1" dirty="0"/>
              <a:t>prováveis caminhos de interpretação </a:t>
            </a:r>
            <a:r>
              <a:rPr lang="pt-BR" dirty="0"/>
              <a:t>dos usuários, </a:t>
            </a:r>
            <a:r>
              <a:rPr lang="pt-BR" b="1" dirty="0"/>
              <a:t>suas intenções de comunicação </a:t>
            </a:r>
            <a:r>
              <a:rPr lang="pt-BR" dirty="0"/>
              <a:t>e, principalmente, as </a:t>
            </a:r>
            <a:r>
              <a:rPr lang="pt-BR" b="1" dirty="0"/>
              <a:t>rupturas de comunicação</a:t>
            </a:r>
            <a:r>
              <a:rPr lang="pt-BR" dirty="0"/>
              <a:t> que ocorreram durante a interação. </a:t>
            </a:r>
          </a:p>
          <a:p>
            <a:r>
              <a:rPr lang="pt-BR" dirty="0"/>
              <a:t>Como resultado, os avaliadores identificam </a:t>
            </a:r>
            <a:r>
              <a:rPr lang="pt-BR" b="1" dirty="0"/>
              <a:t>problemas na comunicação </a:t>
            </a:r>
            <a:r>
              <a:rPr lang="pt-BR" dirty="0"/>
              <a:t>da </a:t>
            </a:r>
            <a:r>
              <a:rPr lang="pt-BR" dirty="0" err="1"/>
              <a:t>metamensagem</a:t>
            </a:r>
            <a:r>
              <a:rPr lang="pt-BR" dirty="0"/>
              <a:t> do designer e na comunicação do usuário com o sistema, e também ajudam a informar ao designer as </a:t>
            </a:r>
            <a:r>
              <a:rPr lang="pt-BR" b="1" dirty="0"/>
              <a:t>causas</a:t>
            </a:r>
            <a:r>
              <a:rPr lang="pt-BR" dirty="0"/>
              <a:t> desses problemas</a:t>
            </a:r>
          </a:p>
          <a:p>
            <a:r>
              <a:rPr lang="pt-BR" dirty="0"/>
              <a:t>O MAC é um método </a:t>
            </a:r>
            <a:r>
              <a:rPr lang="pt-BR" b="1" dirty="0"/>
              <a:t>qualitativo</a:t>
            </a:r>
            <a:r>
              <a:rPr lang="pt-BR" dirty="0"/>
              <a:t> que privilegia a análise em </a:t>
            </a:r>
            <a:r>
              <a:rPr lang="pt-BR" b="1" dirty="0"/>
              <a:t>profundidade</a:t>
            </a:r>
          </a:p>
          <a:p>
            <a:r>
              <a:rPr lang="pt-BR" dirty="0"/>
              <a:t>O número de participantes normalmente é pequeno, variando </a:t>
            </a:r>
            <a:r>
              <a:rPr lang="pt-BR" b="1" dirty="0"/>
              <a:t>entre cinco e dez</a:t>
            </a:r>
            <a:r>
              <a:rPr lang="pt-BR" dirty="0"/>
              <a:t>.</a:t>
            </a:r>
          </a:p>
          <a:p>
            <a:endParaRPr lang="pt-BR" dirty="0"/>
          </a:p>
          <a:p>
            <a:endParaRPr lang="pt-BR" dirty="0"/>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3</a:t>
            </a:fld>
            <a:endParaRPr lang="pt-BR"/>
          </a:p>
        </p:txBody>
      </p:sp>
    </p:spTree>
    <p:extLst>
      <p:ext uri="{BB962C8B-B14F-4D97-AF65-F5344CB8AC3E}">
        <p14:creationId xmlns:p14="http://schemas.microsoft.com/office/powerpoint/2010/main" val="3840749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Atividades do MAC</a:t>
            </a:r>
          </a:p>
        </p:txBody>
      </p:sp>
      <p:sp>
        <p:nvSpPr>
          <p:cNvPr id="3" name="Espaço Reservado para Conteúdo 2"/>
          <p:cNvSpPr>
            <a:spLocks noGrp="1"/>
          </p:cNvSpPr>
          <p:nvPr>
            <p:ph idx="1"/>
          </p:nvPr>
        </p:nvSpPr>
        <p:spPr/>
        <p:txBody>
          <a:bodyPr/>
          <a:lstStyle/>
          <a:p>
            <a:endParaRPr lang="pt-BR" dirty="0"/>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4</a:t>
            </a:fld>
            <a:endParaRPr lang="pt-B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8133" y="1256425"/>
            <a:ext cx="9437398" cy="511256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90909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Preparação</a:t>
            </a:r>
          </a:p>
        </p:txBody>
      </p:sp>
      <p:sp>
        <p:nvSpPr>
          <p:cNvPr id="3" name="Espaço Reservado para Conteúdo 2"/>
          <p:cNvSpPr>
            <a:spLocks noGrp="1"/>
          </p:cNvSpPr>
          <p:nvPr>
            <p:ph idx="1"/>
          </p:nvPr>
        </p:nvSpPr>
        <p:spPr/>
        <p:txBody>
          <a:bodyPr/>
          <a:lstStyle/>
          <a:p>
            <a:r>
              <a:rPr lang="pt-BR" dirty="0"/>
              <a:t>Recomenda-se realizar uma </a:t>
            </a:r>
            <a:r>
              <a:rPr lang="pt-BR" b="1" dirty="0"/>
              <a:t>breve inspeção </a:t>
            </a:r>
            <a:r>
              <a:rPr lang="pt-BR" dirty="0"/>
              <a:t>dos signos estáticos, dinâmicos e metalinguísticos da interface</a:t>
            </a:r>
          </a:p>
          <a:p>
            <a:pPr lvl="1"/>
            <a:r>
              <a:rPr lang="pt-BR" dirty="0"/>
              <a:t>Orienta a definição dos cenários de tarefas que os participantes deverão realizar e a elaboração do material de apoio</a:t>
            </a:r>
          </a:p>
          <a:p>
            <a:r>
              <a:rPr lang="pt-BR" dirty="0"/>
              <a:t>O avaliador deve configurar e testar cuidadosamente o software de gravação do vídeo de interação</a:t>
            </a:r>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5</a:t>
            </a:fld>
            <a:endParaRPr lang="pt-BR"/>
          </a:p>
        </p:txBody>
      </p:sp>
    </p:spTree>
    <p:extLst>
      <p:ext uri="{BB962C8B-B14F-4D97-AF65-F5344CB8AC3E}">
        <p14:creationId xmlns:p14="http://schemas.microsoft.com/office/powerpoint/2010/main" val="1798183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Coleta de dados</a:t>
            </a:r>
          </a:p>
        </p:txBody>
      </p:sp>
      <p:sp>
        <p:nvSpPr>
          <p:cNvPr id="3" name="Espaço Reservado para Conteúdo 2"/>
          <p:cNvSpPr>
            <a:spLocks noGrp="1"/>
          </p:cNvSpPr>
          <p:nvPr>
            <p:ph idx="1"/>
          </p:nvPr>
        </p:nvSpPr>
        <p:spPr/>
        <p:txBody>
          <a:bodyPr/>
          <a:lstStyle/>
          <a:p>
            <a:r>
              <a:rPr lang="pt-BR" dirty="0"/>
              <a:t>Questionário pré-teste</a:t>
            </a:r>
          </a:p>
          <a:p>
            <a:r>
              <a:rPr lang="pt-BR" dirty="0"/>
              <a:t>Sessão de observação</a:t>
            </a:r>
          </a:p>
          <a:p>
            <a:r>
              <a:rPr lang="pt-BR" dirty="0"/>
              <a:t>Entrevista pós-teste</a:t>
            </a:r>
          </a:p>
          <a:p>
            <a:endParaRPr lang="pt-BR" dirty="0"/>
          </a:p>
          <a:p>
            <a:r>
              <a:rPr lang="pt-BR" dirty="0"/>
              <a:t>O principal resultado é um conjunto dos vídeos de interação capturados de cada sessão, acompanhados de anotações dos avaliadores</a:t>
            </a:r>
          </a:p>
          <a:p>
            <a:endParaRPr lang="pt-BR" dirty="0"/>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6</a:t>
            </a:fld>
            <a:endParaRPr lang="pt-BR"/>
          </a:p>
        </p:txBody>
      </p:sp>
    </p:spTree>
    <p:extLst>
      <p:ext uri="{BB962C8B-B14F-4D97-AF65-F5344CB8AC3E}">
        <p14:creationId xmlns:p14="http://schemas.microsoft.com/office/powerpoint/2010/main" val="3834639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Interpretação </a:t>
            </a:r>
          </a:p>
        </p:txBody>
      </p:sp>
      <p:sp>
        <p:nvSpPr>
          <p:cNvPr id="3" name="Espaço Reservado para Conteúdo 2"/>
          <p:cNvSpPr>
            <a:spLocks noGrp="1"/>
          </p:cNvSpPr>
          <p:nvPr>
            <p:ph idx="1"/>
          </p:nvPr>
        </p:nvSpPr>
        <p:spPr/>
        <p:txBody>
          <a:bodyPr>
            <a:normAutofit/>
          </a:bodyPr>
          <a:lstStyle/>
          <a:p>
            <a:r>
              <a:rPr lang="pt-BR" dirty="0"/>
              <a:t>O avaliador faz a </a:t>
            </a:r>
            <a:r>
              <a:rPr lang="pt-BR" b="1" dirty="0"/>
              <a:t>etiquetagem</a:t>
            </a:r>
            <a:r>
              <a:rPr lang="pt-BR" dirty="0"/>
              <a:t> dos vídeos</a:t>
            </a:r>
          </a:p>
          <a:p>
            <a:r>
              <a:rPr lang="pt-BR" dirty="0"/>
              <a:t>Ele assiste a cada vídeo de interação repetidas vezes para </a:t>
            </a:r>
            <a:r>
              <a:rPr lang="pt-BR" b="1" dirty="0"/>
              <a:t>identificar rupturas de comunicação</a:t>
            </a:r>
          </a:p>
          <a:p>
            <a:pPr lvl="1"/>
            <a:r>
              <a:rPr lang="pt-BR" dirty="0"/>
              <a:t>Momentos da interação em que o usuário demonstra não ter entendido a metacomunicação do designer</a:t>
            </a:r>
          </a:p>
          <a:p>
            <a:pPr lvl="1"/>
            <a:r>
              <a:rPr lang="pt-BR" dirty="0"/>
              <a:t>Momentos em que o usuário encontra dificuldades de expressar sua intenção de comunicação na interface</a:t>
            </a:r>
          </a:p>
          <a:p>
            <a:r>
              <a:rPr lang="pt-BR" dirty="0"/>
              <a:t>As rupturas de comunicação devem ser categorizadas por uma </a:t>
            </a:r>
            <a:r>
              <a:rPr lang="pt-BR" b="1" dirty="0"/>
              <a:t>expressão de comunicabilidade </a:t>
            </a:r>
            <a:r>
              <a:rPr lang="pt-BR" dirty="0"/>
              <a:t>que coloca “palavras na boca do usuário”</a:t>
            </a:r>
          </a:p>
          <a:p>
            <a:pPr lvl="1"/>
            <a:r>
              <a:rPr lang="pt-BR" dirty="0"/>
              <a:t>“Cadê?”, “</a:t>
            </a:r>
            <a:r>
              <a:rPr lang="pt-BR" dirty="0" err="1"/>
              <a:t>Epa</a:t>
            </a:r>
            <a:r>
              <a:rPr lang="pt-BR" dirty="0"/>
              <a:t>!”...</a:t>
            </a:r>
          </a:p>
          <a:p>
            <a:endParaRPr lang="pt-BR" dirty="0"/>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7</a:t>
            </a:fld>
            <a:endParaRPr lang="pt-BR"/>
          </a:p>
        </p:txBody>
      </p:sp>
    </p:spTree>
    <p:extLst>
      <p:ext uri="{BB962C8B-B14F-4D97-AF65-F5344CB8AC3E}">
        <p14:creationId xmlns:p14="http://schemas.microsoft.com/office/powerpoint/2010/main" val="1153086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Interpretação</a:t>
            </a:r>
          </a:p>
        </p:txBody>
      </p:sp>
      <p:sp>
        <p:nvSpPr>
          <p:cNvPr id="3" name="Espaço Reservado para Conteúdo 2"/>
          <p:cNvSpPr>
            <a:spLocks noGrp="1"/>
          </p:cNvSpPr>
          <p:nvPr>
            <p:ph idx="1"/>
          </p:nvPr>
        </p:nvSpPr>
        <p:spPr/>
        <p:txBody>
          <a:bodyPr numCol="2">
            <a:normAutofit/>
          </a:bodyPr>
          <a:lstStyle/>
          <a:p>
            <a:r>
              <a:rPr lang="pt-BR" dirty="0"/>
              <a:t>13 etiquetas</a:t>
            </a:r>
          </a:p>
          <a:p>
            <a:endParaRPr lang="pt-BR" dirty="0"/>
          </a:p>
          <a:p>
            <a:pPr lvl="1"/>
            <a:r>
              <a:rPr lang="pt-BR" dirty="0"/>
              <a:t>Cadê? </a:t>
            </a:r>
          </a:p>
          <a:p>
            <a:pPr lvl="1"/>
            <a:r>
              <a:rPr lang="pt-BR" dirty="0"/>
              <a:t>E agora? </a:t>
            </a:r>
          </a:p>
          <a:p>
            <a:pPr lvl="1"/>
            <a:r>
              <a:rPr lang="pt-BR" dirty="0"/>
              <a:t>O que é isto? </a:t>
            </a:r>
          </a:p>
          <a:p>
            <a:pPr lvl="1"/>
            <a:r>
              <a:rPr lang="pt-BR" dirty="0" err="1"/>
              <a:t>Epa</a:t>
            </a:r>
            <a:r>
              <a:rPr lang="pt-BR" dirty="0"/>
              <a:t>! </a:t>
            </a:r>
          </a:p>
          <a:p>
            <a:pPr lvl="1"/>
            <a:r>
              <a:rPr lang="pt-BR" dirty="0"/>
              <a:t>Onde estou? </a:t>
            </a:r>
          </a:p>
          <a:p>
            <a:pPr lvl="1"/>
            <a:r>
              <a:rPr lang="pt-BR" dirty="0"/>
              <a:t>Ué, o que houve? </a:t>
            </a:r>
          </a:p>
          <a:p>
            <a:pPr lvl="1"/>
            <a:endParaRPr lang="pt-BR" dirty="0"/>
          </a:p>
          <a:p>
            <a:pPr lvl="1"/>
            <a:endParaRPr lang="pt-BR" dirty="0"/>
          </a:p>
          <a:p>
            <a:pPr lvl="1"/>
            <a:endParaRPr lang="pt-BR" dirty="0"/>
          </a:p>
          <a:p>
            <a:pPr lvl="1"/>
            <a:endParaRPr lang="pt-BR" dirty="0"/>
          </a:p>
          <a:p>
            <a:pPr lvl="1"/>
            <a:endParaRPr lang="pt-BR" dirty="0"/>
          </a:p>
          <a:p>
            <a:pPr lvl="1"/>
            <a:r>
              <a:rPr lang="pt-BR" dirty="0"/>
              <a:t>Por que não funciona? </a:t>
            </a:r>
          </a:p>
          <a:p>
            <a:pPr lvl="1"/>
            <a:r>
              <a:rPr lang="pt-BR" dirty="0"/>
              <a:t>Assim não dá. </a:t>
            </a:r>
          </a:p>
          <a:p>
            <a:pPr lvl="1"/>
            <a:r>
              <a:rPr lang="pt-BR" dirty="0"/>
              <a:t>Vai de outro jeito. </a:t>
            </a:r>
          </a:p>
          <a:p>
            <a:pPr lvl="1"/>
            <a:r>
              <a:rPr lang="pt-BR" dirty="0"/>
              <a:t>Não, obrigado! </a:t>
            </a:r>
          </a:p>
          <a:p>
            <a:pPr lvl="1"/>
            <a:r>
              <a:rPr lang="pt-BR" dirty="0"/>
              <a:t>Pra mim está bom. </a:t>
            </a:r>
          </a:p>
          <a:p>
            <a:pPr lvl="1"/>
            <a:r>
              <a:rPr lang="pt-BR" dirty="0"/>
              <a:t>Socorro! </a:t>
            </a:r>
          </a:p>
          <a:p>
            <a:pPr lvl="1"/>
            <a:r>
              <a:rPr lang="pt-BR" dirty="0"/>
              <a:t>Desisto.</a:t>
            </a:r>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8</a:t>
            </a:fld>
            <a:endParaRPr lang="pt-BR"/>
          </a:p>
        </p:txBody>
      </p:sp>
    </p:spTree>
    <p:extLst>
      <p:ext uri="{BB962C8B-B14F-4D97-AF65-F5344CB8AC3E}">
        <p14:creationId xmlns:p14="http://schemas.microsoft.com/office/powerpoint/2010/main" val="2733810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9</a:t>
            </a:fld>
            <a:endParaRPr lang="pt-BR"/>
          </a:p>
        </p:txBody>
      </p:sp>
      <p:pic>
        <p:nvPicPr>
          <p:cNvPr id="7" name="Espaço Reservado para Conteúdo 5"/>
          <p:cNvPicPr>
            <a:picLocks noChangeAspect="1"/>
          </p:cNvPicPr>
          <p:nvPr/>
        </p:nvPicPr>
        <p:blipFill rotWithShape="1">
          <a:blip r:embed="rId2" cstate="print">
            <a:extLst>
              <a:ext uri="{28A0092B-C50C-407E-A947-70E740481C1C}">
                <a14:useLocalDpi xmlns:a14="http://schemas.microsoft.com/office/drawing/2010/main" val="0"/>
              </a:ext>
            </a:extLst>
          </a:blip>
          <a:srcRect t="11792"/>
          <a:stretch/>
        </p:blipFill>
        <p:spPr>
          <a:xfrm>
            <a:off x="2639616" y="155815"/>
            <a:ext cx="6984776" cy="638977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32336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Expressões de Comunicabilidade</a:t>
            </a:r>
          </a:p>
        </p:txBody>
      </p:sp>
      <p:sp>
        <p:nvSpPr>
          <p:cNvPr id="3" name="Espaço Reservado para Conteúdo 2"/>
          <p:cNvSpPr>
            <a:spLocks noGrp="1"/>
          </p:cNvSpPr>
          <p:nvPr>
            <p:ph idx="1"/>
          </p:nvPr>
        </p:nvSpPr>
        <p:spPr/>
        <p:txBody>
          <a:bodyPr/>
          <a:lstStyle/>
          <a:p>
            <a:r>
              <a:rPr lang="pt-BR" dirty="0"/>
              <a:t>Cadê?</a:t>
            </a:r>
          </a:p>
          <a:p>
            <a:pPr lvl="1"/>
            <a:r>
              <a:rPr lang="pt-BR" dirty="0"/>
              <a:t>usada quando o usuário deseja expressar sua intenção de comunicação, mas </a:t>
            </a:r>
            <a:r>
              <a:rPr lang="pt-BR" b="1" dirty="0"/>
              <a:t>não consegue expressá-la</a:t>
            </a:r>
            <a:r>
              <a:rPr lang="pt-BR" dirty="0"/>
              <a:t> com os signos codificados na interface.</a:t>
            </a:r>
          </a:p>
          <a:p>
            <a:pPr lvl="1"/>
            <a:r>
              <a:rPr lang="pt-BR" dirty="0"/>
              <a:t>por exemplo, o usuário pode saber que o sistema permite executar determinada ação, mas não encontra como acioná-la na interface.</a:t>
            </a:r>
          </a:p>
          <a:p>
            <a:r>
              <a:rPr lang="pt-BR" dirty="0"/>
              <a:t>E agora?</a:t>
            </a:r>
          </a:p>
          <a:p>
            <a:pPr lvl="1"/>
            <a:r>
              <a:rPr lang="pt-BR" dirty="0"/>
              <a:t>empregada quando o usuário </a:t>
            </a:r>
            <a:r>
              <a:rPr lang="pt-BR" b="1" dirty="0"/>
              <a:t>não sabe o que fazer </a:t>
            </a:r>
            <a:r>
              <a:rPr lang="pt-BR" dirty="0"/>
              <a:t>em determinado momento para concluir a tarefa, e procura descobrir qual deve ser o seu próximo passo</a:t>
            </a:r>
          </a:p>
          <a:p>
            <a:pPr lvl="1"/>
            <a:r>
              <a:rPr lang="pt-BR" dirty="0"/>
              <a:t>como o usuário não consegue formular a próxima intenção de comunicação, o sintoma típico é navegar pelos elementos da interface de forma sequencial ou aleatória para tentar obter alguma dica que lhe permita formular uma intenção e identificar o próximo passo a ser executado</a:t>
            </a:r>
          </a:p>
          <a:p>
            <a:endParaRPr lang="pt-BR" dirty="0"/>
          </a:p>
          <a:p>
            <a:endParaRPr lang="pt-BR" dirty="0"/>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10</a:t>
            </a:fld>
            <a:endParaRPr lang="pt-BR"/>
          </a:p>
        </p:txBody>
      </p:sp>
    </p:spTree>
    <p:extLst>
      <p:ext uri="{BB962C8B-B14F-4D97-AF65-F5344CB8AC3E}">
        <p14:creationId xmlns:p14="http://schemas.microsoft.com/office/powerpoint/2010/main" val="2042354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Expressões de Comunicabilidade</a:t>
            </a:r>
          </a:p>
        </p:txBody>
      </p:sp>
      <p:sp>
        <p:nvSpPr>
          <p:cNvPr id="3" name="Espaço Reservado para Conteúdo 2"/>
          <p:cNvSpPr>
            <a:spLocks noGrp="1"/>
          </p:cNvSpPr>
          <p:nvPr>
            <p:ph idx="1"/>
          </p:nvPr>
        </p:nvSpPr>
        <p:spPr/>
        <p:txBody>
          <a:bodyPr/>
          <a:lstStyle/>
          <a:p>
            <a:r>
              <a:rPr lang="pt-BR" dirty="0"/>
              <a:t>Embora parecidas, “E agora?” e “Cadê?” possuem diferenças importantes. </a:t>
            </a:r>
          </a:p>
          <a:p>
            <a:pPr lvl="1"/>
            <a:r>
              <a:rPr lang="pt-BR" dirty="0"/>
              <a:t>No caso de “Cadê?”, </a:t>
            </a:r>
            <a:r>
              <a:rPr lang="pt-BR" b="1" dirty="0"/>
              <a:t>o usuário sabe </a:t>
            </a:r>
            <a:r>
              <a:rPr lang="pt-BR" dirty="0"/>
              <a:t>o que quer fazer. </a:t>
            </a:r>
          </a:p>
          <a:p>
            <a:pPr lvl="1"/>
            <a:r>
              <a:rPr lang="pt-BR" dirty="0"/>
              <a:t>Já no caso de “E agora?”, </a:t>
            </a:r>
            <a:r>
              <a:rPr lang="pt-BR" b="1" dirty="0"/>
              <a:t>ele não sabe </a:t>
            </a:r>
            <a:r>
              <a:rPr lang="pt-BR" dirty="0"/>
              <a:t>o que deve fazer para concluir a tarefa. </a:t>
            </a:r>
          </a:p>
          <a:p>
            <a:pPr lvl="1"/>
            <a:r>
              <a:rPr lang="pt-BR" dirty="0"/>
              <a:t>Isso geralmente </a:t>
            </a:r>
            <a:r>
              <a:rPr lang="pt-BR" b="1" dirty="0"/>
              <a:t>é esclarecido </a:t>
            </a:r>
            <a:r>
              <a:rPr lang="pt-BR" dirty="0"/>
              <a:t>na entrevista pós-teste</a:t>
            </a:r>
          </a:p>
          <a:p>
            <a:endParaRPr lang="pt-BR" dirty="0"/>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11</a:t>
            </a:fld>
            <a:endParaRPr lang="pt-BR"/>
          </a:p>
        </p:txBody>
      </p:sp>
    </p:spTree>
    <p:extLst>
      <p:ext uri="{BB962C8B-B14F-4D97-AF65-F5344CB8AC3E}">
        <p14:creationId xmlns:p14="http://schemas.microsoft.com/office/powerpoint/2010/main" val="2730547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Expressões de Comunicabilidade</a:t>
            </a:r>
          </a:p>
        </p:txBody>
      </p:sp>
      <p:sp>
        <p:nvSpPr>
          <p:cNvPr id="3" name="Espaço Reservado para Conteúdo 2"/>
          <p:cNvSpPr>
            <a:spLocks noGrp="1"/>
          </p:cNvSpPr>
          <p:nvPr>
            <p:ph idx="1"/>
          </p:nvPr>
        </p:nvSpPr>
        <p:spPr/>
        <p:txBody>
          <a:bodyPr>
            <a:normAutofit fontScale="92500" lnSpcReduction="20000"/>
          </a:bodyPr>
          <a:lstStyle/>
          <a:p>
            <a:r>
              <a:rPr lang="pt-BR" dirty="0"/>
              <a:t>O que é isso?</a:t>
            </a:r>
          </a:p>
          <a:p>
            <a:pPr lvl="1"/>
            <a:r>
              <a:rPr lang="pt-BR" dirty="0"/>
              <a:t>usada quando o usuário </a:t>
            </a:r>
            <a:r>
              <a:rPr lang="pt-BR" b="1" dirty="0"/>
              <a:t>não consegue interpretar </a:t>
            </a:r>
            <a:r>
              <a:rPr lang="pt-BR" dirty="0"/>
              <a:t>o significado dos signos estáticos e dinâmicos codificados na interface </a:t>
            </a:r>
          </a:p>
          <a:p>
            <a:pPr lvl="1"/>
            <a:r>
              <a:rPr lang="pt-BR" dirty="0"/>
              <a:t>o sintoma típico é navegar pela interface </a:t>
            </a:r>
            <a:r>
              <a:rPr lang="pt-BR" b="1" dirty="0"/>
              <a:t>procurando por alguma </a:t>
            </a:r>
            <a:r>
              <a:rPr lang="pt-BR" dirty="0"/>
              <a:t>dica, aviso ou explicação que explique o significado codificado dos signos </a:t>
            </a:r>
          </a:p>
          <a:p>
            <a:pPr lvl="1"/>
            <a:r>
              <a:rPr lang="pt-BR" dirty="0"/>
              <a:t>por exemplo, o usuário pode parar o cursor sobre ícones e botões de comando esperando ver uma dica explicativa, ou pode acionar um menu ou botão de comando apenas para verificar os efeitos dessa ação </a:t>
            </a:r>
          </a:p>
          <a:p>
            <a:r>
              <a:rPr lang="pt-BR" dirty="0"/>
              <a:t>Observações:</a:t>
            </a:r>
          </a:p>
          <a:p>
            <a:pPr lvl="1"/>
            <a:r>
              <a:rPr lang="pt-BR" dirty="0"/>
              <a:t>Se o usuário estiver apenas explorando a interface para aprender os significados nela codificados, tratam-se de </a:t>
            </a:r>
            <a:r>
              <a:rPr lang="pt-BR" b="1" dirty="0"/>
              <a:t>casos isolados </a:t>
            </a:r>
            <a:r>
              <a:rPr lang="pt-BR" dirty="0"/>
              <a:t>de “O que é isto?”. </a:t>
            </a:r>
          </a:p>
          <a:p>
            <a:pPr lvl="1"/>
            <a:r>
              <a:rPr lang="pt-BR" dirty="0"/>
              <a:t>Caso contrário, pode ser uma combinação de “O que é isto?” com um “Cadê?” (caso o usuário saiba o que está procurando) ou com um “E agora?” (caso o usuário ainda não saiba o que procurar).</a:t>
            </a:r>
          </a:p>
          <a:p>
            <a:endParaRPr lang="pt-BR" dirty="0"/>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12</a:t>
            </a:fld>
            <a:endParaRPr lang="pt-BR"/>
          </a:p>
        </p:txBody>
      </p:sp>
    </p:spTree>
    <p:extLst>
      <p:ext uri="{BB962C8B-B14F-4D97-AF65-F5344CB8AC3E}">
        <p14:creationId xmlns:p14="http://schemas.microsoft.com/office/powerpoint/2010/main" val="3872522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Expressões de Comunicabilidade</a:t>
            </a:r>
          </a:p>
        </p:txBody>
      </p:sp>
      <p:sp>
        <p:nvSpPr>
          <p:cNvPr id="3" name="Espaço Reservado para Conteúdo 2"/>
          <p:cNvSpPr>
            <a:spLocks noGrp="1"/>
          </p:cNvSpPr>
          <p:nvPr>
            <p:ph idx="1"/>
          </p:nvPr>
        </p:nvSpPr>
        <p:spPr/>
        <p:txBody>
          <a:bodyPr>
            <a:normAutofit fontScale="92500" lnSpcReduction="10000"/>
          </a:bodyPr>
          <a:lstStyle/>
          <a:p>
            <a:r>
              <a:rPr lang="pt-BR" dirty="0" err="1"/>
              <a:t>Epa</a:t>
            </a:r>
            <a:r>
              <a:rPr lang="pt-BR" dirty="0"/>
              <a:t>!</a:t>
            </a:r>
          </a:p>
          <a:p>
            <a:pPr lvl="1"/>
            <a:r>
              <a:rPr lang="pt-BR" dirty="0"/>
              <a:t>representa uma situação em que o usuário </a:t>
            </a:r>
            <a:r>
              <a:rPr lang="pt-BR" b="1" dirty="0"/>
              <a:t>cometeu um equívoco</a:t>
            </a:r>
            <a:r>
              <a:rPr lang="pt-BR" dirty="0"/>
              <a:t>,  percebe o engano </a:t>
            </a:r>
            <a:r>
              <a:rPr lang="pt-BR" b="1" dirty="0"/>
              <a:t>rapidamente</a:t>
            </a:r>
            <a:r>
              <a:rPr lang="pt-BR" dirty="0"/>
              <a:t> e busca desfazer os resultados da ação indesejada</a:t>
            </a:r>
          </a:p>
          <a:p>
            <a:pPr lvl="1"/>
            <a:r>
              <a:rPr lang="pt-BR" dirty="0"/>
              <a:t>o sintoma típico o usuário buscar </a:t>
            </a:r>
            <a:r>
              <a:rPr lang="pt-BR" b="1" dirty="0"/>
              <a:t>desfazer rapidamente </a:t>
            </a:r>
            <a:r>
              <a:rPr lang="pt-BR" dirty="0"/>
              <a:t>alguma ação </a:t>
            </a:r>
          </a:p>
          <a:p>
            <a:pPr lvl="1"/>
            <a:r>
              <a:rPr lang="pt-BR" dirty="0"/>
              <a:t>quanto maior o </a:t>
            </a:r>
            <a:r>
              <a:rPr lang="pt-BR" b="1" dirty="0"/>
              <a:t>esforço e tempo </a:t>
            </a:r>
            <a:r>
              <a:rPr lang="pt-BR" dirty="0"/>
              <a:t>necessários para desfazer o engano cometido, maior será a gravidade dessa ruptura de comunicação </a:t>
            </a:r>
          </a:p>
          <a:p>
            <a:r>
              <a:rPr lang="pt-BR" dirty="0"/>
              <a:t>Onde estou?</a:t>
            </a:r>
          </a:p>
          <a:p>
            <a:pPr lvl="1"/>
            <a:r>
              <a:rPr lang="pt-BR" dirty="0"/>
              <a:t>utilizada quando o usuário tenta dizer algo que </a:t>
            </a:r>
            <a:r>
              <a:rPr lang="pt-BR" b="1" dirty="0"/>
              <a:t>o sistema é capaz de “entender” </a:t>
            </a:r>
            <a:r>
              <a:rPr lang="pt-BR" dirty="0"/>
              <a:t>(i.e., reagir adequadamente) </a:t>
            </a:r>
            <a:r>
              <a:rPr lang="pt-BR" b="1" dirty="0"/>
              <a:t>em um outro  contexto</a:t>
            </a:r>
            <a:r>
              <a:rPr lang="pt-BR" dirty="0"/>
              <a:t>, diferente do atual. </a:t>
            </a:r>
          </a:p>
          <a:p>
            <a:pPr lvl="1"/>
            <a:r>
              <a:rPr lang="pt-BR" dirty="0"/>
              <a:t>sintomas comuns ocorrem quando o usuário tenta ativar ações desabilitadas (e.g., tentar acionar um botão de comando que esteja desabilitado momentaneamente) ou interagir com signos que são apenas de exibição (e.g., tentar editar um texto em modo de pré-visualização ou em uma caixa de texto desativada)</a:t>
            </a:r>
          </a:p>
          <a:p>
            <a:endParaRPr lang="pt-BR" dirty="0"/>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13</a:t>
            </a:fld>
            <a:endParaRPr lang="pt-BR"/>
          </a:p>
        </p:txBody>
      </p:sp>
    </p:spTree>
    <p:extLst>
      <p:ext uri="{BB962C8B-B14F-4D97-AF65-F5344CB8AC3E}">
        <p14:creationId xmlns:p14="http://schemas.microsoft.com/office/powerpoint/2010/main" val="71997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Expressões de Comunicabilidade</a:t>
            </a:r>
          </a:p>
        </p:txBody>
      </p:sp>
      <p:sp>
        <p:nvSpPr>
          <p:cNvPr id="3" name="Espaço Reservado para Conteúdo 2"/>
          <p:cNvSpPr>
            <a:spLocks noGrp="1"/>
          </p:cNvSpPr>
          <p:nvPr>
            <p:ph idx="1"/>
          </p:nvPr>
        </p:nvSpPr>
        <p:spPr/>
        <p:txBody>
          <a:bodyPr>
            <a:normAutofit fontScale="92500"/>
          </a:bodyPr>
          <a:lstStyle/>
          <a:p>
            <a:r>
              <a:rPr lang="pt-BR" dirty="0"/>
              <a:t>Ué, o que houve?</a:t>
            </a:r>
          </a:p>
          <a:p>
            <a:pPr lvl="1"/>
            <a:r>
              <a:rPr lang="pt-BR" dirty="0"/>
              <a:t>usada quando o usuário </a:t>
            </a:r>
            <a:r>
              <a:rPr lang="pt-BR" b="1" dirty="0"/>
              <a:t>não percebe </a:t>
            </a:r>
            <a:r>
              <a:rPr lang="pt-BR" dirty="0"/>
              <a:t>ou </a:t>
            </a:r>
            <a:r>
              <a:rPr lang="pt-BR" b="1" dirty="0"/>
              <a:t>não compreende </a:t>
            </a:r>
            <a:r>
              <a:rPr lang="pt-BR" dirty="0"/>
              <a:t>as </a:t>
            </a:r>
            <a:r>
              <a:rPr lang="pt-BR" b="1" dirty="0"/>
              <a:t>respostas do sistema </a:t>
            </a:r>
            <a:r>
              <a:rPr lang="pt-BR" dirty="0"/>
              <a:t>decorrentes de uma ação ou evento anterior </a:t>
            </a:r>
          </a:p>
          <a:p>
            <a:pPr lvl="1"/>
            <a:r>
              <a:rPr lang="pt-BR" dirty="0"/>
              <a:t>nesse caso, é comum o usuário </a:t>
            </a:r>
            <a:r>
              <a:rPr lang="pt-BR" b="1" dirty="0"/>
              <a:t>repetir a operação </a:t>
            </a:r>
            <a:r>
              <a:rPr lang="pt-BR" dirty="0"/>
              <a:t>realizada </a:t>
            </a:r>
          </a:p>
          <a:p>
            <a:pPr lvl="1"/>
            <a:r>
              <a:rPr lang="pt-BR" dirty="0"/>
              <a:t>também é possível perceber essa ruptura de comunicação quando as ações posteriores do usuário </a:t>
            </a:r>
            <a:r>
              <a:rPr lang="pt-BR" b="1" dirty="0"/>
              <a:t>são inconsistentes </a:t>
            </a:r>
            <a:r>
              <a:rPr lang="pt-BR" dirty="0"/>
              <a:t>com as respostas do sistema</a:t>
            </a:r>
          </a:p>
          <a:p>
            <a:r>
              <a:rPr lang="pt-BR" dirty="0"/>
              <a:t>Por que não funciona?</a:t>
            </a:r>
          </a:p>
          <a:p>
            <a:pPr lvl="1"/>
            <a:r>
              <a:rPr lang="pt-BR" dirty="0"/>
              <a:t>representa uma situação na qual o usuário esperava obter determinados resultados do sistema e </a:t>
            </a:r>
            <a:r>
              <a:rPr lang="pt-BR" b="1" dirty="0"/>
              <a:t>não entende </a:t>
            </a:r>
            <a:r>
              <a:rPr lang="pt-BR" dirty="0"/>
              <a:t>por que o sistema produziu os </a:t>
            </a:r>
            <a:r>
              <a:rPr lang="pt-BR" b="1" dirty="0"/>
              <a:t>resultados diferentes</a:t>
            </a:r>
            <a:r>
              <a:rPr lang="pt-BR" dirty="0"/>
              <a:t> do esperado. </a:t>
            </a:r>
          </a:p>
          <a:p>
            <a:pPr lvl="1"/>
            <a:r>
              <a:rPr lang="pt-BR" dirty="0"/>
              <a:t>como o usuário acredita ter feito as coisas certas, ele costuma </a:t>
            </a:r>
            <a:r>
              <a:rPr lang="pt-BR" b="1" dirty="0"/>
              <a:t>repetir suas ações </a:t>
            </a:r>
            <a:r>
              <a:rPr lang="pt-BR" dirty="0"/>
              <a:t>com a esperança de identificar o problema que gerou resultados inesperados para poder corrigi-lo </a:t>
            </a:r>
          </a:p>
          <a:p>
            <a:endParaRPr lang="pt-BR" dirty="0"/>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14</a:t>
            </a:fld>
            <a:endParaRPr lang="pt-BR"/>
          </a:p>
        </p:txBody>
      </p:sp>
    </p:spTree>
    <p:extLst>
      <p:ext uri="{BB962C8B-B14F-4D97-AF65-F5344CB8AC3E}">
        <p14:creationId xmlns:p14="http://schemas.microsoft.com/office/powerpoint/2010/main" val="2163631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Expressões de Comunicabilidade</a:t>
            </a:r>
          </a:p>
        </p:txBody>
      </p:sp>
      <p:sp>
        <p:nvSpPr>
          <p:cNvPr id="3" name="Espaço Reservado para Conteúdo 2"/>
          <p:cNvSpPr>
            <a:spLocks noGrp="1"/>
          </p:cNvSpPr>
          <p:nvPr>
            <p:ph idx="1"/>
          </p:nvPr>
        </p:nvSpPr>
        <p:spPr/>
        <p:txBody>
          <a:bodyPr>
            <a:normAutofit/>
          </a:bodyPr>
          <a:lstStyle/>
          <a:p>
            <a:r>
              <a:rPr lang="pt-BR" dirty="0"/>
              <a:t>A diferenciação entre as etiquetas “Ué, o que houve?” e “Por que não funciona?” </a:t>
            </a:r>
            <a:r>
              <a:rPr lang="pt-BR" b="1" dirty="0"/>
              <a:t>depende do que o usuário percebeu e compreendeu </a:t>
            </a:r>
            <a:r>
              <a:rPr lang="pt-BR" dirty="0"/>
              <a:t>das respostas do sistema. </a:t>
            </a:r>
          </a:p>
          <a:p>
            <a:pPr lvl="1"/>
            <a:r>
              <a:rPr lang="pt-BR" dirty="0"/>
              <a:t>Na etiqueta “Ué, o que houve?”, o </a:t>
            </a:r>
            <a:r>
              <a:rPr lang="pt-BR" b="1" dirty="0"/>
              <a:t>usuário nem chega a perceber ou compreender </a:t>
            </a:r>
            <a:r>
              <a:rPr lang="pt-BR" dirty="0"/>
              <a:t>as respostas do sistema. </a:t>
            </a:r>
          </a:p>
          <a:p>
            <a:pPr lvl="1"/>
            <a:r>
              <a:rPr lang="pt-BR" dirty="0"/>
              <a:t>Já na etiqueta “Por que não funciona?”, o usuário percebeu e compreendeu as respostas do sistema, mas </a:t>
            </a:r>
            <a:r>
              <a:rPr lang="pt-BR" b="1" dirty="0"/>
              <a:t>não se conformou </a:t>
            </a:r>
            <a:r>
              <a:rPr lang="pt-BR" dirty="0"/>
              <a:t>com o resultado encontrado</a:t>
            </a:r>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15</a:t>
            </a:fld>
            <a:endParaRPr lang="pt-BR"/>
          </a:p>
        </p:txBody>
      </p:sp>
    </p:spTree>
    <p:extLst>
      <p:ext uri="{BB962C8B-B14F-4D97-AF65-F5344CB8AC3E}">
        <p14:creationId xmlns:p14="http://schemas.microsoft.com/office/powerpoint/2010/main" val="2651161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Expressões de Comunicabilidade</a:t>
            </a:r>
          </a:p>
        </p:txBody>
      </p:sp>
      <p:sp>
        <p:nvSpPr>
          <p:cNvPr id="3" name="Espaço Reservado para Conteúdo 2"/>
          <p:cNvSpPr>
            <a:spLocks noGrp="1"/>
          </p:cNvSpPr>
          <p:nvPr>
            <p:ph idx="1"/>
          </p:nvPr>
        </p:nvSpPr>
        <p:spPr/>
        <p:txBody>
          <a:bodyPr>
            <a:normAutofit lnSpcReduction="10000"/>
          </a:bodyPr>
          <a:lstStyle/>
          <a:p>
            <a:r>
              <a:rPr lang="pt-BR" dirty="0"/>
              <a:t>Assim não dá</a:t>
            </a:r>
          </a:p>
          <a:p>
            <a:pPr lvl="1"/>
            <a:r>
              <a:rPr lang="pt-BR" dirty="0"/>
              <a:t>usada quando o usuário </a:t>
            </a:r>
            <a:r>
              <a:rPr lang="pt-BR" b="1" dirty="0"/>
              <a:t>interrompe e abandona </a:t>
            </a:r>
            <a:r>
              <a:rPr lang="pt-BR" dirty="0"/>
              <a:t>um caminho de interação com vários passos por considerá-lo </a:t>
            </a:r>
            <a:r>
              <a:rPr lang="pt-BR" b="1" dirty="0"/>
              <a:t>improdutivo</a:t>
            </a:r>
            <a:r>
              <a:rPr lang="pt-BR" dirty="0"/>
              <a:t> </a:t>
            </a:r>
          </a:p>
          <a:p>
            <a:pPr lvl="1"/>
            <a:r>
              <a:rPr lang="pt-BR" dirty="0"/>
              <a:t>um sintoma típico ocorre quando interrompe um caminho de interação, desfazer as ações realizadas nesse caminho, e inicia um caminho diferente para concluir sua tarefa </a:t>
            </a:r>
          </a:p>
          <a:p>
            <a:r>
              <a:rPr lang="pt-BR" dirty="0"/>
              <a:t>As etiquetas “Assim não dá” e “</a:t>
            </a:r>
            <a:r>
              <a:rPr lang="pt-BR" dirty="0" err="1"/>
              <a:t>Epa</a:t>
            </a:r>
            <a:r>
              <a:rPr lang="pt-BR" dirty="0"/>
              <a:t>!” se assemelham pelo abandono de caminhos de interação. </a:t>
            </a:r>
          </a:p>
          <a:p>
            <a:pPr lvl="1"/>
            <a:r>
              <a:rPr lang="pt-BR" dirty="0"/>
              <a:t>No primeiro caso, o usuário abandona uma </a:t>
            </a:r>
            <a:r>
              <a:rPr lang="pt-BR" b="1" dirty="0"/>
              <a:t>sequência de ações geralmente longa</a:t>
            </a:r>
            <a:r>
              <a:rPr lang="pt-BR" dirty="0"/>
              <a:t>, com </a:t>
            </a:r>
            <a:r>
              <a:rPr lang="pt-BR" b="1" dirty="0"/>
              <a:t>custo maior </a:t>
            </a:r>
            <a:r>
              <a:rPr lang="pt-BR" dirty="0"/>
              <a:t>de recuperar um caminho produtivo. </a:t>
            </a:r>
          </a:p>
          <a:p>
            <a:pPr lvl="1"/>
            <a:r>
              <a:rPr lang="pt-BR" dirty="0"/>
              <a:t>No segundo, o usuário </a:t>
            </a:r>
            <a:r>
              <a:rPr lang="pt-BR" b="1" dirty="0"/>
              <a:t>abandona rapidamente uma ação isolada</a:t>
            </a:r>
            <a:r>
              <a:rPr lang="pt-BR" dirty="0"/>
              <a:t>, com um </a:t>
            </a:r>
            <a:r>
              <a:rPr lang="pt-BR" b="1" dirty="0"/>
              <a:t>custo menor</a:t>
            </a:r>
            <a:r>
              <a:rPr lang="pt-BR" dirty="0"/>
              <a:t> de recuperar um caminho produtivo</a:t>
            </a:r>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16</a:t>
            </a:fld>
            <a:endParaRPr lang="pt-BR"/>
          </a:p>
        </p:txBody>
      </p:sp>
    </p:spTree>
    <p:extLst>
      <p:ext uri="{BB962C8B-B14F-4D97-AF65-F5344CB8AC3E}">
        <p14:creationId xmlns:p14="http://schemas.microsoft.com/office/powerpoint/2010/main" val="4001778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Expressões de Comunicabilidade</a:t>
            </a:r>
          </a:p>
        </p:txBody>
      </p:sp>
      <p:sp>
        <p:nvSpPr>
          <p:cNvPr id="3" name="Espaço Reservado para Conteúdo 2"/>
          <p:cNvSpPr>
            <a:spLocks noGrp="1"/>
          </p:cNvSpPr>
          <p:nvPr>
            <p:ph idx="1"/>
          </p:nvPr>
        </p:nvSpPr>
        <p:spPr/>
        <p:txBody>
          <a:bodyPr>
            <a:normAutofit fontScale="92500" lnSpcReduction="10000"/>
          </a:bodyPr>
          <a:lstStyle/>
          <a:p>
            <a:r>
              <a:rPr lang="pt-BR" dirty="0"/>
              <a:t>Vai de outro jeito</a:t>
            </a:r>
          </a:p>
          <a:p>
            <a:pPr lvl="1"/>
            <a:r>
              <a:rPr lang="pt-BR" dirty="0"/>
              <a:t>usada quando o usuário </a:t>
            </a:r>
            <a:r>
              <a:rPr lang="pt-BR" b="1" dirty="0"/>
              <a:t>não conhece o caminho de interação preferido </a:t>
            </a:r>
            <a:r>
              <a:rPr lang="pt-BR" dirty="0"/>
              <a:t>pelo designer (geralmente mais curto e simples) ou </a:t>
            </a:r>
            <a:r>
              <a:rPr lang="pt-BR" b="1" dirty="0"/>
              <a:t>não consegue percorrê-lo</a:t>
            </a:r>
            <a:r>
              <a:rPr lang="pt-BR" dirty="0"/>
              <a:t>, e então é obrigado a seguir por um outro caminho de interação </a:t>
            </a:r>
          </a:p>
          <a:p>
            <a:pPr lvl="1"/>
            <a:r>
              <a:rPr lang="pt-BR" dirty="0"/>
              <a:t>por exemplo, num editor de texto, o usuário pode formatar  individualmente cada parágrafo por desconhecer que o sistema oferece estilos que podem ser aplicados a diversos parágrafos, de forma consistente. Ou ele tenta utilizar estilos, não obtém o resultado  esperado e então prossegue para a formatação manual </a:t>
            </a:r>
          </a:p>
          <a:p>
            <a:r>
              <a:rPr lang="pt-BR" dirty="0"/>
              <a:t>Não, obrigado!</a:t>
            </a:r>
          </a:p>
          <a:p>
            <a:pPr lvl="1"/>
            <a:r>
              <a:rPr lang="pt-BR" dirty="0"/>
              <a:t>utilizada quando o usuário </a:t>
            </a:r>
            <a:r>
              <a:rPr lang="pt-BR" b="1" dirty="0"/>
              <a:t>decide seguir por um caminho não preferido </a:t>
            </a:r>
            <a:r>
              <a:rPr lang="pt-BR" dirty="0"/>
              <a:t>pelo designer, mesmo conhecendo o caminho preferido e sabendo percorrê-lo</a:t>
            </a:r>
          </a:p>
          <a:p>
            <a:pPr lvl="1"/>
            <a:r>
              <a:rPr lang="pt-BR" dirty="0"/>
              <a:t>num editor de textos, por exemplo, o usuário pode dispensar a operação de numeração automática que já conhece por achar mais simples inserir os números manualmente</a:t>
            </a:r>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17</a:t>
            </a:fld>
            <a:endParaRPr lang="pt-BR"/>
          </a:p>
        </p:txBody>
      </p:sp>
    </p:spTree>
    <p:extLst>
      <p:ext uri="{BB962C8B-B14F-4D97-AF65-F5344CB8AC3E}">
        <p14:creationId xmlns:p14="http://schemas.microsoft.com/office/powerpoint/2010/main" val="1370442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Expressões de Comunicabilidade</a:t>
            </a:r>
          </a:p>
        </p:txBody>
      </p:sp>
      <p:sp>
        <p:nvSpPr>
          <p:cNvPr id="3" name="Espaço Reservado para Conteúdo 2"/>
          <p:cNvSpPr>
            <a:spLocks noGrp="1"/>
          </p:cNvSpPr>
          <p:nvPr>
            <p:ph idx="1"/>
          </p:nvPr>
        </p:nvSpPr>
        <p:spPr/>
        <p:txBody>
          <a:bodyPr>
            <a:normAutofit/>
          </a:bodyPr>
          <a:lstStyle/>
          <a:p>
            <a:r>
              <a:rPr lang="pt-BR" dirty="0"/>
              <a:t>A diferença entre as etiquetas “Não, obrigado!” e “Vai de outro jeito” depende de o usuário </a:t>
            </a:r>
            <a:r>
              <a:rPr lang="pt-BR" b="1" dirty="0"/>
              <a:t>estar ou não ciente </a:t>
            </a:r>
            <a:r>
              <a:rPr lang="pt-BR" dirty="0"/>
              <a:t>dos caminhos de interação oferecidos e preferenciais. </a:t>
            </a:r>
          </a:p>
          <a:p>
            <a:pPr lvl="1"/>
            <a:r>
              <a:rPr lang="pt-BR" dirty="0"/>
              <a:t>No primeiro caso, </a:t>
            </a:r>
            <a:r>
              <a:rPr lang="pt-BR" b="1" dirty="0"/>
              <a:t>o usuário conhece o caminho preferido </a:t>
            </a:r>
            <a:r>
              <a:rPr lang="pt-BR" dirty="0"/>
              <a:t>pelo designer, mas decide seguir por outro.</a:t>
            </a:r>
          </a:p>
          <a:p>
            <a:pPr lvl="1"/>
            <a:r>
              <a:rPr lang="pt-BR" dirty="0"/>
              <a:t>No segundo, </a:t>
            </a:r>
            <a:r>
              <a:rPr lang="pt-BR" b="1" dirty="0"/>
              <a:t>o usuário não conhece o caminho </a:t>
            </a:r>
            <a:r>
              <a:rPr lang="pt-BR" dirty="0"/>
              <a:t>preferido pelo designer, e por isso tem de percorrer um outro. </a:t>
            </a:r>
          </a:p>
          <a:p>
            <a:pPr lvl="1"/>
            <a:endParaRPr lang="pt-BR" dirty="0"/>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18</a:t>
            </a:fld>
            <a:endParaRPr lang="pt-BR"/>
          </a:p>
        </p:txBody>
      </p:sp>
    </p:spTree>
    <p:extLst>
      <p:ext uri="{BB962C8B-B14F-4D97-AF65-F5344CB8AC3E}">
        <p14:creationId xmlns:p14="http://schemas.microsoft.com/office/powerpoint/2010/main" val="1479600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Expressões de Comunicabilidade</a:t>
            </a:r>
          </a:p>
        </p:txBody>
      </p:sp>
      <p:sp>
        <p:nvSpPr>
          <p:cNvPr id="3" name="Espaço Reservado para Conteúdo 2"/>
          <p:cNvSpPr>
            <a:spLocks noGrp="1"/>
          </p:cNvSpPr>
          <p:nvPr>
            <p:ph idx="1"/>
          </p:nvPr>
        </p:nvSpPr>
        <p:spPr/>
        <p:txBody>
          <a:bodyPr>
            <a:normAutofit fontScale="92500" lnSpcReduction="10000"/>
          </a:bodyPr>
          <a:lstStyle/>
          <a:p>
            <a:r>
              <a:rPr lang="pt-BR" dirty="0"/>
              <a:t>Para mim está bom</a:t>
            </a:r>
          </a:p>
          <a:p>
            <a:pPr lvl="1"/>
            <a:r>
              <a:rPr lang="pt-BR" dirty="0"/>
              <a:t>usada quando </a:t>
            </a:r>
            <a:r>
              <a:rPr lang="pt-BR" b="1" dirty="0"/>
              <a:t>o usuário equivocadamente acredita que concluiu a tarefa</a:t>
            </a:r>
            <a:r>
              <a:rPr lang="pt-BR" dirty="0"/>
              <a:t>, sem, no entanto, tê-la concluído com sucesso. </a:t>
            </a:r>
          </a:p>
          <a:p>
            <a:pPr lvl="1"/>
            <a:r>
              <a:rPr lang="pt-BR" dirty="0"/>
              <a:t>nesse caso, o usuário tipicamente dá por encerrada a tarefa, e relata na entrevista pós-teste que a concluiu com sucesso</a:t>
            </a:r>
          </a:p>
          <a:p>
            <a:r>
              <a:rPr lang="pt-BR" dirty="0"/>
              <a:t>Socorro!</a:t>
            </a:r>
          </a:p>
          <a:p>
            <a:pPr lvl="1"/>
            <a:r>
              <a:rPr lang="pt-BR" dirty="0"/>
              <a:t>usada quando o usuário </a:t>
            </a:r>
            <a:r>
              <a:rPr lang="pt-BR" b="1" dirty="0"/>
              <a:t>consulta a ajuda on-line ou outras fontes </a:t>
            </a:r>
            <a:r>
              <a:rPr lang="pt-BR" dirty="0"/>
              <a:t>de informação e explicação (o manual do usuário, os avaliadores etc.) para concluir as tarefas</a:t>
            </a:r>
          </a:p>
          <a:p>
            <a:r>
              <a:rPr lang="pt-BR" dirty="0"/>
              <a:t>Desisto</a:t>
            </a:r>
          </a:p>
          <a:p>
            <a:pPr lvl="1"/>
            <a:r>
              <a:rPr lang="pt-BR" dirty="0"/>
              <a:t>usada quando o usuário </a:t>
            </a:r>
            <a:r>
              <a:rPr lang="pt-BR" b="1" dirty="0"/>
              <a:t>explicitamente admite não conseguir concluir uma tarefa </a:t>
            </a:r>
            <a:r>
              <a:rPr lang="pt-BR" dirty="0"/>
              <a:t>(ou </a:t>
            </a:r>
            <a:r>
              <a:rPr lang="pt-BR" dirty="0" err="1"/>
              <a:t>subtarefa</a:t>
            </a:r>
            <a:r>
              <a:rPr lang="pt-BR" dirty="0"/>
              <a:t>) e desiste de continuar tentando. </a:t>
            </a:r>
          </a:p>
          <a:p>
            <a:pPr lvl="1"/>
            <a:r>
              <a:rPr lang="pt-BR" dirty="0"/>
              <a:t>o sintoma típico é o usuário abandonar o cenário de tarefa atual sem tê-la concluído e passar para o próximo cenário de tarefa.</a:t>
            </a:r>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19</a:t>
            </a:fld>
            <a:endParaRPr lang="pt-BR"/>
          </a:p>
        </p:txBody>
      </p:sp>
    </p:spTree>
    <p:extLst>
      <p:ext uri="{BB962C8B-B14F-4D97-AF65-F5344CB8AC3E}">
        <p14:creationId xmlns:p14="http://schemas.microsoft.com/office/powerpoint/2010/main" val="805004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Expressões de Comunicabilidade</a:t>
            </a:r>
          </a:p>
        </p:txBody>
      </p:sp>
      <p:sp>
        <p:nvSpPr>
          <p:cNvPr id="3" name="Espaço Reservado para Conteúdo 2"/>
          <p:cNvSpPr>
            <a:spLocks noGrp="1"/>
          </p:cNvSpPr>
          <p:nvPr>
            <p:ph idx="1"/>
          </p:nvPr>
        </p:nvSpPr>
        <p:spPr/>
        <p:txBody>
          <a:bodyPr>
            <a:normAutofit/>
          </a:bodyPr>
          <a:lstStyle/>
          <a:p>
            <a:r>
              <a:rPr lang="pt-BR" dirty="0"/>
              <a:t>Nas etiquetas “Desisto” e “Para mim está bom”, o usuário interrompe a interação </a:t>
            </a:r>
            <a:r>
              <a:rPr lang="pt-BR" b="1" dirty="0"/>
              <a:t>antes de concluir a tarefa </a:t>
            </a:r>
            <a:r>
              <a:rPr lang="pt-BR" dirty="0"/>
              <a:t>com sucesso. </a:t>
            </a:r>
          </a:p>
          <a:p>
            <a:pPr lvl="1"/>
            <a:r>
              <a:rPr lang="pt-BR" dirty="0"/>
              <a:t>A diferença é que, no primeiro caso, </a:t>
            </a:r>
            <a:r>
              <a:rPr lang="pt-BR" b="1" dirty="0"/>
              <a:t>ele sabe que não concluiu </a:t>
            </a:r>
            <a:r>
              <a:rPr lang="pt-BR" dirty="0"/>
              <a:t>a tarefa, e no segundo, </a:t>
            </a:r>
            <a:r>
              <a:rPr lang="pt-BR" b="1" dirty="0"/>
              <a:t>acredita erroneamente que concluiu </a:t>
            </a:r>
            <a:r>
              <a:rPr lang="pt-BR" dirty="0"/>
              <a:t>a tarefa </a:t>
            </a:r>
          </a:p>
          <a:p>
            <a:pPr lvl="1"/>
            <a:endParaRPr lang="pt-BR" dirty="0"/>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20</a:t>
            </a:fld>
            <a:endParaRPr lang="pt-BR"/>
          </a:p>
        </p:txBody>
      </p:sp>
    </p:spTree>
    <p:extLst>
      <p:ext uri="{BB962C8B-B14F-4D97-AF65-F5344CB8AC3E}">
        <p14:creationId xmlns:p14="http://schemas.microsoft.com/office/powerpoint/2010/main" val="26433728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Consolidação dos Resultados no MAC</a:t>
            </a:r>
          </a:p>
        </p:txBody>
      </p:sp>
      <p:sp>
        <p:nvSpPr>
          <p:cNvPr id="3" name="Espaço Reservado para Conteúdo 2"/>
          <p:cNvSpPr>
            <a:spLocks noGrp="1"/>
          </p:cNvSpPr>
          <p:nvPr>
            <p:ph idx="1"/>
          </p:nvPr>
        </p:nvSpPr>
        <p:spPr/>
        <p:txBody>
          <a:bodyPr/>
          <a:lstStyle/>
          <a:p>
            <a:r>
              <a:rPr lang="pt-BR" dirty="0"/>
              <a:t>A etiquetagem dos vídeos auxilia o avaliador a identificar </a:t>
            </a:r>
            <a:r>
              <a:rPr lang="pt-BR" b="1" dirty="0"/>
              <a:t>quais são</a:t>
            </a:r>
            <a:r>
              <a:rPr lang="pt-BR" dirty="0"/>
              <a:t> os problemas de comunicabilidade e </a:t>
            </a:r>
            <a:r>
              <a:rPr lang="pt-BR" b="1" dirty="0"/>
              <a:t>por que </a:t>
            </a:r>
            <a:r>
              <a:rPr lang="pt-BR" dirty="0"/>
              <a:t>eles ocorreram</a:t>
            </a:r>
          </a:p>
          <a:p>
            <a:r>
              <a:rPr lang="pt-BR" dirty="0"/>
              <a:t>Depois ainda é preciso:</a:t>
            </a:r>
          </a:p>
          <a:p>
            <a:pPr lvl="1"/>
            <a:r>
              <a:rPr lang="pt-BR" b="1" dirty="0"/>
              <a:t>Interpretar o significado do conjunto de todas as etiquetas </a:t>
            </a:r>
            <a:r>
              <a:rPr lang="pt-BR" dirty="0"/>
              <a:t>nos vídeos de interação, e </a:t>
            </a:r>
          </a:p>
          <a:p>
            <a:pPr lvl="1"/>
            <a:r>
              <a:rPr lang="pt-BR" dirty="0"/>
              <a:t>elaborar o perfil semiótico</a:t>
            </a:r>
          </a:p>
          <a:p>
            <a:endParaRPr lang="pt-BR" dirty="0"/>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21</a:t>
            </a:fld>
            <a:endParaRPr lang="pt-BR"/>
          </a:p>
        </p:txBody>
      </p:sp>
    </p:spTree>
    <p:extLst>
      <p:ext uri="{BB962C8B-B14F-4D97-AF65-F5344CB8AC3E}">
        <p14:creationId xmlns:p14="http://schemas.microsoft.com/office/powerpoint/2010/main" val="1823752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Consolidação dos Resultados no MAC</a:t>
            </a:r>
          </a:p>
        </p:txBody>
      </p:sp>
      <p:sp>
        <p:nvSpPr>
          <p:cNvPr id="3" name="Espaço Reservado para Conteúdo 2"/>
          <p:cNvSpPr>
            <a:spLocks noGrp="1"/>
          </p:cNvSpPr>
          <p:nvPr>
            <p:ph idx="1"/>
          </p:nvPr>
        </p:nvSpPr>
        <p:spPr/>
        <p:txBody>
          <a:bodyPr>
            <a:normAutofit lnSpcReduction="10000"/>
          </a:bodyPr>
          <a:lstStyle/>
          <a:p>
            <a:r>
              <a:rPr lang="pt-BR" dirty="0"/>
              <a:t>Para atribuir significado às etiquetas em conjunto, o avaliador deve considerar os seguintes fatores:</a:t>
            </a:r>
          </a:p>
          <a:p>
            <a:pPr lvl="1"/>
            <a:r>
              <a:rPr lang="pt-BR" b="1" dirty="0"/>
              <a:t>a frequência e o contexto </a:t>
            </a:r>
            <a:r>
              <a:rPr lang="pt-BR" dirty="0"/>
              <a:t>em que ocorre cada etiqueta (por participante, por tarefa, ou em toda a interação), que auxiliam a identificação de problemas recorrentes ou sistemáticos;</a:t>
            </a:r>
          </a:p>
          <a:p>
            <a:pPr lvl="1"/>
            <a:r>
              <a:rPr lang="pt-BR" b="1" dirty="0"/>
              <a:t>sequências de etiquetas </a:t>
            </a:r>
            <a:r>
              <a:rPr lang="pt-BR" dirty="0"/>
              <a:t>(por participante, por tarefa, ou em toda a interação), que podem indicar uma ruptura comunicativa de maior alcance, envolvendo diferentes signos de interface e requerendo mais tempo ou esforço para o usuário se recuperar e retomar um caminho de interpretação produtivo;</a:t>
            </a:r>
          </a:p>
          <a:p>
            <a:pPr lvl="1"/>
            <a:r>
              <a:rPr lang="pt-BR" b="1" dirty="0"/>
              <a:t>o nível dos problemas </a:t>
            </a:r>
            <a:r>
              <a:rPr lang="pt-BR" dirty="0"/>
              <a:t>relacionados aos objetivos dos usuários (operacional, tático ou estratégico);</a:t>
            </a:r>
          </a:p>
          <a:p>
            <a:pPr lvl="1"/>
            <a:r>
              <a:rPr lang="pt-BR" dirty="0"/>
              <a:t>outras ontologias ou classes de problemas de IHC oriundas de outras teorias, abordagens e técnicas que podem enriquecer a interpretação do avaliador.</a:t>
            </a:r>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22</a:t>
            </a:fld>
            <a:endParaRPr lang="pt-BR"/>
          </a:p>
        </p:txBody>
      </p:sp>
    </p:spTree>
    <p:extLst>
      <p:ext uri="{BB962C8B-B14F-4D97-AF65-F5344CB8AC3E}">
        <p14:creationId xmlns:p14="http://schemas.microsoft.com/office/powerpoint/2010/main" val="3206861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Consolidação dos Resultados no MAC</a:t>
            </a:r>
          </a:p>
        </p:txBody>
      </p:sp>
      <p:sp>
        <p:nvSpPr>
          <p:cNvPr id="3" name="Espaço Reservado para Conteúdo 2"/>
          <p:cNvSpPr>
            <a:spLocks noGrp="1"/>
          </p:cNvSpPr>
          <p:nvPr>
            <p:ph idx="1"/>
          </p:nvPr>
        </p:nvSpPr>
        <p:spPr/>
        <p:txBody>
          <a:bodyPr>
            <a:normAutofit/>
          </a:bodyPr>
          <a:lstStyle/>
          <a:p>
            <a:r>
              <a:rPr lang="pt-BR" dirty="0"/>
              <a:t>As rupturas de comunicação podem ser classificadas da seguinte forma: </a:t>
            </a:r>
          </a:p>
          <a:p>
            <a:pPr lvl="1"/>
            <a:r>
              <a:rPr lang="pt-BR" dirty="0"/>
              <a:t>o usuário </a:t>
            </a:r>
            <a:r>
              <a:rPr lang="pt-BR" b="1" dirty="0"/>
              <a:t>não consegue expressar </a:t>
            </a:r>
            <a:r>
              <a:rPr lang="pt-BR" dirty="0"/>
              <a:t>o significado pretendido</a:t>
            </a:r>
          </a:p>
          <a:p>
            <a:pPr lvl="1"/>
            <a:r>
              <a:rPr lang="pt-BR" dirty="0"/>
              <a:t>o usuário </a:t>
            </a:r>
            <a:r>
              <a:rPr lang="pt-BR" b="1" dirty="0"/>
              <a:t>escolhe o modo errado de expressar </a:t>
            </a:r>
            <a:r>
              <a:rPr lang="pt-BR" dirty="0"/>
              <a:t>o significado pretendido</a:t>
            </a:r>
          </a:p>
          <a:p>
            <a:pPr lvl="1"/>
            <a:r>
              <a:rPr lang="pt-BR" dirty="0"/>
              <a:t>o usuário </a:t>
            </a:r>
            <a:r>
              <a:rPr lang="pt-BR" b="1" dirty="0"/>
              <a:t>não consegue interpretar </a:t>
            </a:r>
            <a:r>
              <a:rPr lang="pt-BR" dirty="0"/>
              <a:t>o que o sistema expressa</a:t>
            </a:r>
          </a:p>
          <a:p>
            <a:pPr lvl="1"/>
            <a:r>
              <a:rPr lang="pt-BR" dirty="0"/>
              <a:t>o usuário </a:t>
            </a:r>
            <a:r>
              <a:rPr lang="pt-BR" b="1" dirty="0"/>
              <a:t>escolhe a interpretação errada </a:t>
            </a:r>
            <a:r>
              <a:rPr lang="pt-BR" dirty="0"/>
              <a:t>para o que o sistema expressa</a:t>
            </a:r>
          </a:p>
          <a:p>
            <a:pPr lvl="1"/>
            <a:r>
              <a:rPr lang="pt-BR" dirty="0"/>
              <a:t>o usuário </a:t>
            </a:r>
            <a:r>
              <a:rPr lang="pt-BR" b="1" dirty="0"/>
              <a:t>não consegue sequer formular uma intenção </a:t>
            </a:r>
            <a:r>
              <a:rPr lang="pt-BR" dirty="0"/>
              <a:t>de comunicação</a:t>
            </a:r>
          </a:p>
          <a:p>
            <a:r>
              <a:rPr lang="pt-BR" dirty="0"/>
              <a:t>Essas categorias ajudam o avaliador explicar as rupturas de comunicação observadas nos vídeos</a:t>
            </a:r>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23</a:t>
            </a:fld>
            <a:endParaRPr lang="pt-BR"/>
          </a:p>
        </p:txBody>
      </p:sp>
    </p:spTree>
    <p:extLst>
      <p:ext uri="{BB962C8B-B14F-4D97-AF65-F5344CB8AC3E}">
        <p14:creationId xmlns:p14="http://schemas.microsoft.com/office/powerpoint/2010/main" val="1240045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endParaRPr lang="pt-BR" dirty="0"/>
          </a:p>
        </p:txBody>
      </p:sp>
      <p:sp>
        <p:nvSpPr>
          <p:cNvPr id="3" name="Espaço Reservado para Conteúdo 2"/>
          <p:cNvSpPr>
            <a:spLocks noGrp="1"/>
          </p:cNvSpPr>
          <p:nvPr>
            <p:ph idx="1"/>
          </p:nvPr>
        </p:nvSpPr>
        <p:spPr/>
        <p:txBody>
          <a:bodyPr/>
          <a:lstStyle/>
          <a:p>
            <a:endParaRPr lang="pt-BR"/>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24</a:t>
            </a:fld>
            <a:endParaRPr lang="pt-B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2042" y="116632"/>
            <a:ext cx="8276406" cy="62397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92291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endParaRPr lang="pt-BR" dirty="0"/>
          </a:p>
        </p:txBody>
      </p:sp>
      <p:sp>
        <p:nvSpPr>
          <p:cNvPr id="3" name="Espaço Reservado para Conteúdo 2"/>
          <p:cNvSpPr>
            <a:spLocks noGrp="1"/>
          </p:cNvSpPr>
          <p:nvPr>
            <p:ph idx="1"/>
          </p:nvPr>
        </p:nvSpPr>
        <p:spPr/>
        <p:txBody>
          <a:bodyPr/>
          <a:lstStyle/>
          <a:p>
            <a:endParaRPr lang="pt-BR" dirty="0"/>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25</a:t>
            </a:fld>
            <a:endParaRPr lang="pt-BR"/>
          </a:p>
        </p:txBody>
      </p:sp>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3552" y="48660"/>
            <a:ext cx="7560840" cy="6731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65774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26</a:t>
            </a:fld>
            <a:endParaRPr lang="pt-BR"/>
          </a:p>
        </p:txBody>
      </p:sp>
      <p:pic>
        <p:nvPicPr>
          <p:cNvPr id="7" name="Espaço Reservado para Conteúdo 5"/>
          <p:cNvPicPr>
            <a:picLocks noChangeAspect="1"/>
          </p:cNvPicPr>
          <p:nvPr/>
        </p:nvPicPr>
        <p:blipFill rotWithShape="1">
          <a:blip r:embed="rId2" cstate="print">
            <a:extLst>
              <a:ext uri="{28A0092B-C50C-407E-A947-70E740481C1C}">
                <a14:useLocalDpi xmlns:a14="http://schemas.microsoft.com/office/drawing/2010/main" val="0"/>
              </a:ext>
            </a:extLst>
          </a:blip>
          <a:srcRect t="11792"/>
          <a:stretch/>
        </p:blipFill>
        <p:spPr>
          <a:xfrm>
            <a:off x="2639616" y="155815"/>
            <a:ext cx="6984776" cy="638977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74870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Consolidação dos Resultados no MAC</a:t>
            </a:r>
          </a:p>
        </p:txBody>
      </p:sp>
      <p:sp>
        <p:nvSpPr>
          <p:cNvPr id="3" name="Espaço Reservado para Conteúdo 2"/>
          <p:cNvSpPr>
            <a:spLocks noGrp="1"/>
          </p:cNvSpPr>
          <p:nvPr>
            <p:ph idx="1"/>
          </p:nvPr>
        </p:nvSpPr>
        <p:spPr/>
        <p:txBody>
          <a:bodyPr/>
          <a:lstStyle/>
          <a:p>
            <a:r>
              <a:rPr lang="pt-BR" dirty="0"/>
              <a:t>O </a:t>
            </a:r>
            <a:r>
              <a:rPr lang="pt-BR" b="1" dirty="0"/>
              <a:t>perfil semiótico</a:t>
            </a:r>
            <a:r>
              <a:rPr lang="pt-BR" dirty="0"/>
              <a:t> é elaborado através da </a:t>
            </a:r>
            <a:r>
              <a:rPr lang="pt-BR" b="1" dirty="0"/>
              <a:t>reconstrução</a:t>
            </a:r>
            <a:r>
              <a:rPr lang="pt-BR" dirty="0"/>
              <a:t> da metamensagem do designer tal </a:t>
            </a:r>
            <a:r>
              <a:rPr lang="pt-BR" b="1" dirty="0"/>
              <a:t>como ela foi recebida </a:t>
            </a:r>
            <a:r>
              <a:rPr lang="pt-BR" dirty="0"/>
              <a:t>pelo usuário</a:t>
            </a:r>
          </a:p>
          <a:p>
            <a:endParaRPr lang="pt-BR" dirty="0"/>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27</a:t>
            </a:fld>
            <a:endParaRPr lang="pt-BR"/>
          </a:p>
        </p:txBody>
      </p:sp>
      <p:sp>
        <p:nvSpPr>
          <p:cNvPr id="8" name="CaixaDeTexto 7"/>
          <p:cNvSpPr txBox="1"/>
          <p:nvPr/>
        </p:nvSpPr>
        <p:spPr>
          <a:xfrm>
            <a:off x="1775520" y="2564904"/>
            <a:ext cx="8712968" cy="35394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pt-BR" sz="3200" i="1" dirty="0"/>
              <a:t>Este é o meu entendimento, como designer, de </a:t>
            </a:r>
            <a:r>
              <a:rPr lang="pt-BR" sz="3200" b="1" i="1" dirty="0"/>
              <a:t>quem você, usuário, é</a:t>
            </a:r>
            <a:r>
              <a:rPr lang="pt-BR" sz="3200" i="1" dirty="0"/>
              <a:t>, do que aprendi que você </a:t>
            </a:r>
            <a:r>
              <a:rPr lang="pt-BR" sz="3200" b="1" i="1" dirty="0"/>
              <a:t>quer ou precisa fazer</a:t>
            </a:r>
            <a:r>
              <a:rPr lang="pt-BR" sz="3200" i="1" dirty="0"/>
              <a:t>, de </a:t>
            </a:r>
            <a:r>
              <a:rPr lang="pt-BR" sz="3200" b="1" i="1" dirty="0"/>
              <a:t>que maneiras prefere fazer</a:t>
            </a:r>
            <a:r>
              <a:rPr lang="pt-BR" sz="3200" i="1" dirty="0"/>
              <a:t>, e</a:t>
            </a:r>
            <a:r>
              <a:rPr lang="pt-BR" sz="3200" b="1" i="1" dirty="0"/>
              <a:t> por quê</a:t>
            </a:r>
            <a:r>
              <a:rPr lang="pt-BR" sz="3200" i="1" dirty="0"/>
              <a:t>. Este, portanto, é o sistema que projetei para você, e esta é </a:t>
            </a:r>
            <a:r>
              <a:rPr lang="pt-BR" sz="3200" b="1" i="1" dirty="0"/>
              <a:t>a forma como você pode ou deve utilizá-lo </a:t>
            </a:r>
            <a:r>
              <a:rPr lang="pt-BR" sz="3200" i="1" dirty="0"/>
              <a:t>para alcançar uma gama de objetivos que se encaixam nesta visão.</a:t>
            </a:r>
          </a:p>
        </p:txBody>
      </p:sp>
    </p:spTree>
    <p:extLst>
      <p:ext uri="{BB962C8B-B14F-4D97-AF65-F5344CB8AC3E}">
        <p14:creationId xmlns:p14="http://schemas.microsoft.com/office/powerpoint/2010/main" val="38845426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Consolidação dos Resultados no MAC</a:t>
            </a:r>
          </a:p>
        </p:txBody>
      </p:sp>
      <p:sp>
        <p:nvSpPr>
          <p:cNvPr id="3" name="Espaço Reservado para Conteúdo 2"/>
          <p:cNvSpPr>
            <a:spLocks noGrp="1"/>
          </p:cNvSpPr>
          <p:nvPr>
            <p:ph idx="1"/>
          </p:nvPr>
        </p:nvSpPr>
        <p:spPr/>
        <p:txBody>
          <a:bodyPr>
            <a:normAutofit fontScale="92500" lnSpcReduction="20000"/>
          </a:bodyPr>
          <a:lstStyle/>
          <a:p>
            <a:r>
              <a:rPr lang="pt-BR" dirty="0"/>
              <a:t>Perguntas para </a:t>
            </a:r>
            <a:r>
              <a:rPr lang="pt-BR" b="1" dirty="0"/>
              <a:t>guiar a reconstrução </a:t>
            </a:r>
            <a:r>
              <a:rPr lang="pt-BR" dirty="0"/>
              <a:t>da metamensagem:</a:t>
            </a:r>
          </a:p>
          <a:p>
            <a:pPr lvl="1"/>
            <a:r>
              <a:rPr lang="pt-BR" dirty="0"/>
              <a:t>Quem o designer pensa ser o usuário do produto por ele projetado? Quem são os usuários destinatários da metamensagem do designer? Quais são seus perfis, incluindo características e valores? </a:t>
            </a:r>
          </a:p>
          <a:p>
            <a:pPr lvl="1"/>
            <a:r>
              <a:rPr lang="pt-BR" dirty="0"/>
              <a:t>Quais são os desejos e as necessidades dos usuários, na visão do designer? Como a metacomunicação do designer privilegia certos desejos e necessidades em detrimento a outros?</a:t>
            </a:r>
          </a:p>
          <a:p>
            <a:pPr lvl="1"/>
            <a:r>
              <a:rPr lang="pt-BR" dirty="0"/>
              <a:t>Na visão do designer, de que maneiras os usuários preferem  fazer o que desejam e precisam, onde, quando, e por quê? Os usuários podem escolher diferentes formas de comunicação com o sistema? </a:t>
            </a:r>
          </a:p>
          <a:p>
            <a:pPr lvl="1"/>
            <a:r>
              <a:rPr lang="pt-BR" dirty="0"/>
              <a:t>Qual foi o sistema que o designer projetou para os usuários, e como eles devem utilizá-lo? Quão bem a expressão e o conteúdo da metacomunicação estão sendo transmitidos aos usuários?</a:t>
            </a:r>
          </a:p>
          <a:p>
            <a:pPr lvl="1"/>
            <a:r>
              <a:rPr lang="pt-BR" dirty="0"/>
              <a:t>Qual é a visão de design? Quão bem a lógica de design (</a:t>
            </a:r>
            <a:r>
              <a:rPr lang="pt-BR" i="1" dirty="0"/>
              <a:t>design </a:t>
            </a:r>
            <a:r>
              <a:rPr lang="pt-BR" i="1" dirty="0" err="1"/>
              <a:t>rationale</a:t>
            </a:r>
            <a:r>
              <a:rPr lang="pt-BR" dirty="0"/>
              <a:t>) é compreendida (e aceita) pelos usuários?</a:t>
            </a:r>
          </a:p>
          <a:p>
            <a:endParaRPr lang="pt-BR" dirty="0"/>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28</a:t>
            </a:fld>
            <a:endParaRPr lang="pt-BR"/>
          </a:p>
        </p:txBody>
      </p:sp>
    </p:spTree>
    <p:extLst>
      <p:ext uri="{BB962C8B-B14F-4D97-AF65-F5344CB8AC3E}">
        <p14:creationId xmlns:p14="http://schemas.microsoft.com/office/powerpoint/2010/main" val="7819775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Referências</a:t>
            </a:r>
          </a:p>
        </p:txBody>
      </p:sp>
      <p:sp>
        <p:nvSpPr>
          <p:cNvPr id="7" name="Espaço Reservado para Conteúdo 6"/>
          <p:cNvSpPr>
            <a:spLocks noGrp="1"/>
          </p:cNvSpPr>
          <p:nvPr>
            <p:ph sz="half" idx="1"/>
          </p:nvPr>
        </p:nvSpPr>
        <p:spPr>
          <a:xfrm>
            <a:off x="2856040" y="1658499"/>
            <a:ext cx="6984376" cy="2520000"/>
          </a:xfrm>
        </p:spPr>
        <p:txBody>
          <a:bodyPr>
            <a:normAutofit/>
          </a:bodyPr>
          <a:lstStyle/>
          <a:p>
            <a:r>
              <a:rPr lang="pt-BR" dirty="0"/>
              <a:t>Capítulo 10. Métodos de avaliação de IHC </a:t>
            </a:r>
          </a:p>
        </p:txBody>
      </p:sp>
      <p:sp>
        <p:nvSpPr>
          <p:cNvPr id="5" name="Espaço Reservado para Rodapé 4"/>
          <p:cNvSpPr>
            <a:spLocks noGrp="1"/>
          </p:cNvSpPr>
          <p:nvPr>
            <p:ph type="ftr" sz="quarter" idx="11"/>
          </p:nvPr>
        </p:nvSpPr>
        <p:spPr/>
        <p:txBody>
          <a:bodyPr/>
          <a:lstStyle/>
          <a:p>
            <a:r>
              <a:rPr lang="pt-BR"/>
              <a:t>QXD0221, QPC0016 – Interação Humano-Computador</a:t>
            </a:r>
          </a:p>
        </p:txBody>
      </p:sp>
      <p:sp>
        <p:nvSpPr>
          <p:cNvPr id="6" name="Espaço Reservado para Número de Slide 5"/>
          <p:cNvSpPr>
            <a:spLocks noGrp="1"/>
          </p:cNvSpPr>
          <p:nvPr>
            <p:ph type="sldNum" sz="quarter" idx="12"/>
          </p:nvPr>
        </p:nvSpPr>
        <p:spPr/>
        <p:txBody>
          <a:bodyPr/>
          <a:lstStyle/>
          <a:p>
            <a:fld id="{264FDF72-4C1E-41D0-B100-1D18DAE97CC9}" type="slidenum">
              <a:rPr lang="pt-BR" smtClean="0"/>
              <a:t>29</a:t>
            </a:fld>
            <a:endParaRPr lang="pt-BR"/>
          </a:p>
        </p:txBody>
      </p:sp>
      <p:pic>
        <p:nvPicPr>
          <p:cNvPr id="9" name="Picture 2" descr="http://www.elsevier.com.br/site/uploads/imagensTitulo/240620104955_InteracaoHumanoComputador_o_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00" y="1658499"/>
            <a:ext cx="1784999" cy="2520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8" name="Retângulo 7"/>
          <p:cNvSpPr/>
          <p:nvPr/>
        </p:nvSpPr>
        <p:spPr>
          <a:xfrm>
            <a:off x="981000" y="4595644"/>
            <a:ext cx="11091664" cy="2185214"/>
          </a:xfrm>
          <a:prstGeom prst="rect">
            <a:avLst/>
          </a:prstGeom>
        </p:spPr>
        <p:txBody>
          <a:bodyPr wrap="square">
            <a:spAutoFit/>
          </a:bodyPr>
          <a:lstStyle/>
          <a:p>
            <a:pPr marL="285750" indent="-285750">
              <a:buFont typeface="Arial" panose="020B0604020202020204" pitchFamily="34" charset="0"/>
              <a:buChar char="•"/>
            </a:pPr>
            <a:r>
              <a:rPr lang="pt-BR" sz="2400" dirty="0"/>
              <a:t>Uma introdução à engenharia semiótica: conceitos e métodos</a:t>
            </a:r>
          </a:p>
          <a:p>
            <a:pPr marL="742950" lvl="1" indent="-285750">
              <a:buFont typeface="Arial" panose="020B0604020202020204" pitchFamily="34" charset="0"/>
              <a:buChar char="•"/>
            </a:pPr>
            <a:r>
              <a:rPr lang="pt-BR" sz="2000" dirty="0">
                <a:hlinkClick r:id="rId3"/>
              </a:rPr>
              <a:t>http://www2.serg.inf.puc-rio.br/index.php/published-work/302--uma-introducao-a-engenharia-semiotica-conceitos-e-metodos</a:t>
            </a:r>
            <a:endParaRPr lang="pt-BR" sz="2000" dirty="0"/>
          </a:p>
          <a:p>
            <a:pPr marL="285750" indent="-285750">
              <a:buFont typeface="Arial" panose="020B0604020202020204" pitchFamily="34" charset="0"/>
              <a:buChar char="•"/>
            </a:pPr>
            <a:r>
              <a:rPr lang="pt-BR" sz="2400" dirty="0" err="1"/>
              <a:t>MacTeaching</a:t>
            </a:r>
            <a:r>
              <a:rPr lang="pt-BR" sz="2400" dirty="0"/>
              <a:t> na </a:t>
            </a:r>
            <a:r>
              <a:rPr lang="pt-BR" sz="2400" dirty="0" err="1"/>
              <a:t>GooglePlay</a:t>
            </a:r>
            <a:endParaRPr lang="pt-BR" sz="2400" dirty="0"/>
          </a:p>
          <a:p>
            <a:pPr marL="742950" lvl="1" indent="-285750">
              <a:buFont typeface="Arial" panose="020B0604020202020204" pitchFamily="34" charset="0"/>
              <a:buChar char="•"/>
            </a:pPr>
            <a:r>
              <a:rPr lang="pt-BR" sz="2400" dirty="0">
                <a:hlinkClick r:id="rId4"/>
              </a:rPr>
              <a:t>https://play.google.com/store/apps/details?id=macapp.ufam.icet.com.mac</a:t>
            </a:r>
            <a:endParaRPr lang="pt-BR" sz="2400" dirty="0"/>
          </a:p>
          <a:p>
            <a:pPr lvl="1"/>
            <a:endParaRPr lang="pt-BR" sz="2400" dirty="0"/>
          </a:p>
        </p:txBody>
      </p:sp>
    </p:spTree>
    <p:extLst>
      <p:ext uri="{BB962C8B-B14F-4D97-AF65-F5344CB8AC3E}">
        <p14:creationId xmlns:p14="http://schemas.microsoft.com/office/powerpoint/2010/main" val="4046084546"/>
      </p:ext>
    </p:extLst>
  </p:cSld>
  <p:clrMapOvr>
    <a:masterClrMapping/>
  </p:clrMapOvr>
</p:sld>
</file>

<file path=ppt/theme/theme1.xml><?xml version="1.0" encoding="utf-8"?>
<a:theme xmlns:a="http://schemas.openxmlformats.org/drawingml/2006/main" name="UFC-Quixada">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FC-Quixada" id="{F31D0578-B3B1-4B87-B478-3E5D291A18D1}" vid="{328F7558-738F-4A59-A9EE-BDCE7B701856}"/>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UFC-Quixada</Template>
  <TotalTime>414</TotalTime>
  <Words>2423</Words>
  <Application>Microsoft Office PowerPoint</Application>
  <PresentationFormat>Widescreen</PresentationFormat>
  <Paragraphs>227</Paragraphs>
  <Slides>29</Slides>
  <Notes>0</Notes>
  <HiddenSlides>1</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29</vt:i4>
      </vt:variant>
    </vt:vector>
  </HeadingPairs>
  <TitlesOfParts>
    <vt:vector size="33" baseType="lpstr">
      <vt:lpstr>Arial</vt:lpstr>
      <vt:lpstr>Calibri</vt:lpstr>
      <vt:lpstr>Calibri Light</vt:lpstr>
      <vt:lpstr>UFC-Quixada</vt:lpstr>
      <vt:lpstr>  Método de avaliação da comunicabilidade (MAC)</vt:lpstr>
      <vt:lpstr>Que tipo de método?</vt:lpstr>
      <vt:lpstr>Método de Avaliação de Comunicabilidade (MAC)</vt:lpstr>
      <vt:lpstr>Atividades do MAC</vt:lpstr>
      <vt:lpstr>Preparação</vt:lpstr>
      <vt:lpstr>Coleta de dados</vt:lpstr>
      <vt:lpstr>Interpretação </vt:lpstr>
      <vt:lpstr>Interpretação</vt:lpstr>
      <vt:lpstr>Apresentação do PowerPoint</vt:lpstr>
      <vt:lpstr>Expressões de Comunicabilidade</vt:lpstr>
      <vt:lpstr>Expressões de Comunicabilidade</vt:lpstr>
      <vt:lpstr>Expressões de Comunicabilidade</vt:lpstr>
      <vt:lpstr>Expressões de Comunicabilidade</vt:lpstr>
      <vt:lpstr>Expressões de Comunicabilidade</vt:lpstr>
      <vt:lpstr>Expressões de Comunicabilidade</vt:lpstr>
      <vt:lpstr>Expressões de Comunicabilidade</vt:lpstr>
      <vt:lpstr>Expressões de Comunicabilidade</vt:lpstr>
      <vt:lpstr>Expressões de Comunicabilidade</vt:lpstr>
      <vt:lpstr>Expressões de Comunicabilidade</vt:lpstr>
      <vt:lpstr>Expressões de Comunicabilidade</vt:lpstr>
      <vt:lpstr>Consolidação dos Resultados no MAC</vt:lpstr>
      <vt:lpstr>Consolidação dos Resultados no MAC</vt:lpstr>
      <vt:lpstr>Consolidação dos Resultados no MAC</vt:lpstr>
      <vt:lpstr>Apresentação do PowerPoint</vt:lpstr>
      <vt:lpstr>Apresentação do PowerPoint</vt:lpstr>
      <vt:lpstr>Apresentação do PowerPoint</vt:lpstr>
      <vt:lpstr>Consolidação dos Resultados no MAC</vt:lpstr>
      <vt:lpstr>Consolidação dos Resultados no MAC</vt:lpstr>
      <vt:lpstr>Referências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Ingrid</dc:creator>
  <cp:lastModifiedBy>Ingrid Monteiro</cp:lastModifiedBy>
  <cp:revision>26</cp:revision>
  <dcterms:created xsi:type="dcterms:W3CDTF">2015-02-23T12:55:48Z</dcterms:created>
  <dcterms:modified xsi:type="dcterms:W3CDTF">2022-10-05T18:56:26Z</dcterms:modified>
</cp:coreProperties>
</file>